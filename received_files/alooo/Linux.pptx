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302" r:id="rId6"/>
    <p:sldId id="303" r:id="rId7"/>
    <p:sldId id="304" r:id="rId8"/>
    <p:sldId id="261" r:id="rId9"/>
    <p:sldId id="305" r:id="rId10"/>
    <p:sldId id="306" r:id="rId11"/>
    <p:sldId id="307" r:id="rId12"/>
    <p:sldId id="308" r:id="rId13"/>
    <p:sldId id="309" r:id="rId14"/>
    <p:sldId id="27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262" r:id="rId24"/>
    <p:sldId id="265" r:id="rId25"/>
    <p:sldId id="282" r:id="rId26"/>
  </p:sldIdLst>
  <p:sldSz cx="9144000" cy="5143500" type="screen16x9"/>
  <p:notesSz cx="6858000" cy="9144000"/>
  <p:embeddedFontLst>
    <p:embeddedFont>
      <p:font typeface="Archivo Black" panose="020B0604020202020204" charset="0"/>
      <p:regular r:id="rId28"/>
    </p:embeddedFont>
    <p:embeddedFont>
      <p:font typeface="Bebas Neue" panose="020B0604020202020204" charset="0"/>
      <p:regular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Black" panose="00000A00000000000000" pitchFamily="2" charset="0"/>
      <p:bold r:id="rId34"/>
      <p:boldItalic r:id="rId35"/>
    </p:embeddedFont>
    <p:embeddedFont>
      <p:font typeface="Montserrat Medium" panose="000006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7AAF"/>
    <a:srgbClr val="2683BC"/>
    <a:srgbClr val="2A91D0"/>
    <a:srgbClr val="288AC6"/>
    <a:srgbClr val="2581B9"/>
    <a:srgbClr val="0B4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A1A070-54D4-4CDD-803F-8CD0FA194FC4}">
  <a:tblStyle styleId="{09A1A070-54D4-4CDD-803F-8CD0FA194F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0" d="100"/>
          <a:sy n="50" d="100"/>
        </p:scale>
        <p:origin x="24" y="668"/>
      </p:cViewPr>
      <p:guideLst>
        <p:guide orient="horz" pos="1620"/>
        <p:guide pos="2880"/>
        <p:guide orient="horz" pos="16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578fe0731a_1_2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578fe0731a_1_2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9ad6f44bb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39ad6f44bb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578fe0731a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578fe0731a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9ad6f44bb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39ad6f44bb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330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479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9ad6f44bb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39ad6f44bb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1189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578fe0731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578fe0731a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578fe0731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578fe0731a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8156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578fe0731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578fe0731a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109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578fe0731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578fe0731a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603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578fe0731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578fe0731a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694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39ad6f44bb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39ad6f44bb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696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122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7288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4479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172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7467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971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207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276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1578fe0731a_1_3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1578fe0731a_1_3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3031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578fe0731a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578fe0731a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578fe0731a_1_2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1578fe0731a_1_2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1578fe0731a_1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1578fe0731a_1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776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4736150" y="4101575"/>
            <a:ext cx="4407850" cy="1041925"/>
          </a:xfrm>
          <a:custGeom>
            <a:avLst/>
            <a:gdLst/>
            <a:ahLst/>
            <a:cxnLst/>
            <a:rect l="l" t="t" r="r" b="b"/>
            <a:pathLst>
              <a:path w="176314" h="41677" extrusionOk="0">
                <a:moveTo>
                  <a:pt x="1" y="0"/>
                </a:moveTo>
                <a:lnTo>
                  <a:pt x="1" y="26973"/>
                </a:lnTo>
                <a:cubicBezTo>
                  <a:pt x="1" y="26973"/>
                  <a:pt x="7504" y="41676"/>
                  <a:pt x="29031" y="41676"/>
                </a:cubicBezTo>
                <a:cubicBezTo>
                  <a:pt x="34143" y="41676"/>
                  <a:pt x="40047" y="40847"/>
                  <a:pt x="46829" y="38794"/>
                </a:cubicBezTo>
                <a:cubicBezTo>
                  <a:pt x="77849" y="29407"/>
                  <a:pt x="87280" y="14815"/>
                  <a:pt x="111927" y="14815"/>
                </a:cubicBezTo>
                <a:cubicBezTo>
                  <a:pt x="115359" y="14815"/>
                  <a:pt x="119085" y="15098"/>
                  <a:pt x="123205" y="15717"/>
                </a:cubicBezTo>
                <a:cubicBezTo>
                  <a:pt x="126869" y="16267"/>
                  <a:pt x="130363" y="16513"/>
                  <a:pt x="133681" y="16513"/>
                </a:cubicBezTo>
                <a:cubicBezTo>
                  <a:pt x="160908" y="16513"/>
                  <a:pt x="176314" y="0"/>
                  <a:pt x="1763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5505600" cy="23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2910300"/>
            <a:ext cx="550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4736150" y="0"/>
            <a:ext cx="4407850" cy="1041925"/>
          </a:xfrm>
          <a:custGeom>
            <a:avLst/>
            <a:gdLst/>
            <a:ahLst/>
            <a:cxnLst/>
            <a:rect l="l" t="t" r="r" b="b"/>
            <a:pathLst>
              <a:path w="176314" h="41677" extrusionOk="0">
                <a:moveTo>
                  <a:pt x="1" y="0"/>
                </a:moveTo>
                <a:lnTo>
                  <a:pt x="1" y="26973"/>
                </a:lnTo>
                <a:cubicBezTo>
                  <a:pt x="1" y="26973"/>
                  <a:pt x="7504" y="41676"/>
                  <a:pt x="29031" y="41676"/>
                </a:cubicBezTo>
                <a:cubicBezTo>
                  <a:pt x="34143" y="41676"/>
                  <a:pt x="40047" y="40847"/>
                  <a:pt x="46829" y="38794"/>
                </a:cubicBezTo>
                <a:cubicBezTo>
                  <a:pt x="77849" y="29407"/>
                  <a:pt x="87280" y="14815"/>
                  <a:pt x="111927" y="14815"/>
                </a:cubicBezTo>
                <a:cubicBezTo>
                  <a:pt x="115359" y="14815"/>
                  <a:pt x="119085" y="15098"/>
                  <a:pt x="123205" y="15717"/>
                </a:cubicBezTo>
                <a:cubicBezTo>
                  <a:pt x="126869" y="16267"/>
                  <a:pt x="130363" y="16513"/>
                  <a:pt x="133681" y="16513"/>
                </a:cubicBezTo>
                <a:cubicBezTo>
                  <a:pt x="160908" y="16513"/>
                  <a:pt x="176314" y="0"/>
                  <a:pt x="1763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5445825" y="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5400000">
            <a:off x="1350050" y="2703450"/>
            <a:ext cx="1099950" cy="3800075"/>
          </a:xfrm>
          <a:custGeom>
            <a:avLst/>
            <a:gdLst/>
            <a:ahLst/>
            <a:cxnLst/>
            <a:rect l="l" t="t" r="r" b="b"/>
            <a:pathLst>
              <a:path w="43998" h="152003" extrusionOk="0">
                <a:moveTo>
                  <a:pt x="43615" y="0"/>
                </a:moveTo>
                <a:cubicBezTo>
                  <a:pt x="43615" y="0"/>
                  <a:pt x="16366" y="17346"/>
                  <a:pt x="22729" y="41629"/>
                </a:cubicBezTo>
                <a:cubicBezTo>
                  <a:pt x="29096" y="65911"/>
                  <a:pt x="43997" y="70379"/>
                  <a:pt x="22000" y="100808"/>
                </a:cubicBezTo>
                <a:cubicBezTo>
                  <a:pt x="1" y="131235"/>
                  <a:pt x="43615" y="152002"/>
                  <a:pt x="43615" y="152002"/>
                </a:cubicBezTo>
                <a:lnTo>
                  <a:pt x="436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5400000">
            <a:off x="1282425" y="3051700"/>
            <a:ext cx="819325" cy="3384200"/>
          </a:xfrm>
          <a:custGeom>
            <a:avLst/>
            <a:gdLst/>
            <a:ahLst/>
            <a:cxnLst/>
            <a:rect l="l" t="t" r="r" b="b"/>
            <a:pathLst>
              <a:path w="32773" h="135368" extrusionOk="0">
                <a:moveTo>
                  <a:pt x="32773" y="0"/>
                </a:moveTo>
                <a:lnTo>
                  <a:pt x="32773" y="0"/>
                </a:lnTo>
                <a:cubicBezTo>
                  <a:pt x="32772" y="1"/>
                  <a:pt x="12156" y="14749"/>
                  <a:pt x="16884" y="36501"/>
                </a:cubicBezTo>
                <a:cubicBezTo>
                  <a:pt x="21613" y="58253"/>
                  <a:pt x="32684" y="62255"/>
                  <a:pt x="16343" y="89509"/>
                </a:cubicBezTo>
                <a:cubicBezTo>
                  <a:pt x="1" y="116766"/>
                  <a:pt x="32401" y="135367"/>
                  <a:pt x="32401" y="135367"/>
                </a:cubicBezTo>
                <a:lnTo>
                  <a:pt x="327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5400000">
            <a:off x="-1385450" y="1641238"/>
            <a:ext cx="3275400" cy="504525"/>
          </a:xfrm>
          <a:custGeom>
            <a:avLst/>
            <a:gdLst/>
            <a:ahLst/>
            <a:cxnLst/>
            <a:rect l="l" t="t" r="r" b="b"/>
            <a:pathLst>
              <a:path w="131016" h="20181" extrusionOk="0">
                <a:moveTo>
                  <a:pt x="25838" y="1"/>
                </a:moveTo>
                <a:cubicBezTo>
                  <a:pt x="6842" y="1"/>
                  <a:pt x="0" y="20178"/>
                  <a:pt x="0" y="20178"/>
                </a:cubicBezTo>
                <a:lnTo>
                  <a:pt x="0" y="20181"/>
                </a:lnTo>
                <a:lnTo>
                  <a:pt x="131016" y="20181"/>
                </a:lnTo>
                <a:cubicBezTo>
                  <a:pt x="131016" y="20181"/>
                  <a:pt x="122212" y="8215"/>
                  <a:pt x="108815" y="8215"/>
                </a:cubicBezTo>
                <a:cubicBezTo>
                  <a:pt x="105950" y="8215"/>
                  <a:pt x="102875" y="8763"/>
                  <a:pt x="99631" y="10091"/>
                </a:cubicBezTo>
                <a:cubicBezTo>
                  <a:pt x="93778" y="12488"/>
                  <a:pt x="87492" y="14982"/>
                  <a:pt x="78789" y="14982"/>
                </a:cubicBezTo>
                <a:cubicBezTo>
                  <a:pt x="69901" y="14982"/>
                  <a:pt x="58491" y="12380"/>
                  <a:pt x="42447" y="4415"/>
                </a:cubicBezTo>
                <a:cubicBezTo>
                  <a:pt x="36095" y="1262"/>
                  <a:pt x="30587" y="1"/>
                  <a:pt x="258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5400000">
            <a:off x="-1210600" y="1210638"/>
            <a:ext cx="2862100" cy="440825"/>
          </a:xfrm>
          <a:custGeom>
            <a:avLst/>
            <a:gdLst/>
            <a:ahLst/>
            <a:cxnLst/>
            <a:rect l="l" t="t" r="r" b="b"/>
            <a:pathLst>
              <a:path w="114484" h="17633" extrusionOk="0">
                <a:moveTo>
                  <a:pt x="22578" y="1"/>
                </a:moveTo>
                <a:cubicBezTo>
                  <a:pt x="5980" y="1"/>
                  <a:pt x="1" y="17632"/>
                  <a:pt x="1" y="17632"/>
                </a:cubicBezTo>
                <a:lnTo>
                  <a:pt x="114484" y="17632"/>
                </a:lnTo>
                <a:cubicBezTo>
                  <a:pt x="114484" y="17632"/>
                  <a:pt x="106791" y="7178"/>
                  <a:pt x="95085" y="7178"/>
                </a:cubicBezTo>
                <a:cubicBezTo>
                  <a:pt x="92581" y="7178"/>
                  <a:pt x="89894" y="7656"/>
                  <a:pt x="87059" y="8817"/>
                </a:cubicBezTo>
                <a:cubicBezTo>
                  <a:pt x="81944" y="10911"/>
                  <a:pt x="76451" y="13091"/>
                  <a:pt x="68846" y="13091"/>
                </a:cubicBezTo>
                <a:cubicBezTo>
                  <a:pt x="61079" y="13091"/>
                  <a:pt x="51110" y="10817"/>
                  <a:pt x="37090" y="3858"/>
                </a:cubicBezTo>
                <a:cubicBezTo>
                  <a:pt x="31541" y="1103"/>
                  <a:pt x="26727" y="1"/>
                  <a:pt x="225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 flipH="1">
            <a:off x="0" y="2091980"/>
            <a:ext cx="2433003" cy="3047115"/>
          </a:xfrm>
          <a:custGeom>
            <a:avLst/>
            <a:gdLst/>
            <a:ahLst/>
            <a:cxnLst/>
            <a:rect l="l" t="t" r="r" b="b"/>
            <a:pathLst>
              <a:path w="37986" h="47574" extrusionOk="0">
                <a:moveTo>
                  <a:pt x="37985" y="1"/>
                </a:moveTo>
                <a:cubicBezTo>
                  <a:pt x="37985" y="1"/>
                  <a:pt x="25293" y="1820"/>
                  <a:pt x="24740" y="10614"/>
                </a:cubicBezTo>
                <a:cubicBezTo>
                  <a:pt x="24185" y="19410"/>
                  <a:pt x="26773" y="21995"/>
                  <a:pt x="21599" y="26430"/>
                </a:cubicBezTo>
                <a:cubicBezTo>
                  <a:pt x="16426" y="30865"/>
                  <a:pt x="0" y="33330"/>
                  <a:pt x="4250" y="47574"/>
                </a:cubicBezTo>
                <a:lnTo>
                  <a:pt x="37986" y="47574"/>
                </a:lnTo>
                <a:lnTo>
                  <a:pt x="37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203994" y="2040256"/>
            <a:ext cx="5220000" cy="16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5183994" y="1071331"/>
            <a:ext cx="1260000" cy="8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203994" y="3641069"/>
            <a:ext cx="522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 flipH="1">
            <a:off x="5612800" y="4638975"/>
            <a:ext cx="3275400" cy="504525"/>
          </a:xfrm>
          <a:custGeom>
            <a:avLst/>
            <a:gdLst/>
            <a:ahLst/>
            <a:cxnLst/>
            <a:rect l="l" t="t" r="r" b="b"/>
            <a:pathLst>
              <a:path w="131016" h="20181" extrusionOk="0">
                <a:moveTo>
                  <a:pt x="25838" y="1"/>
                </a:moveTo>
                <a:cubicBezTo>
                  <a:pt x="6842" y="1"/>
                  <a:pt x="0" y="20178"/>
                  <a:pt x="0" y="20178"/>
                </a:cubicBezTo>
                <a:lnTo>
                  <a:pt x="0" y="20181"/>
                </a:lnTo>
                <a:lnTo>
                  <a:pt x="131016" y="20181"/>
                </a:lnTo>
                <a:cubicBezTo>
                  <a:pt x="131016" y="20181"/>
                  <a:pt x="122212" y="8215"/>
                  <a:pt x="108815" y="8215"/>
                </a:cubicBezTo>
                <a:cubicBezTo>
                  <a:pt x="105950" y="8215"/>
                  <a:pt x="102875" y="8763"/>
                  <a:pt x="99631" y="10091"/>
                </a:cubicBezTo>
                <a:cubicBezTo>
                  <a:pt x="93778" y="12488"/>
                  <a:pt x="87492" y="14982"/>
                  <a:pt x="78789" y="14982"/>
                </a:cubicBezTo>
                <a:cubicBezTo>
                  <a:pt x="69901" y="14982"/>
                  <a:pt x="58491" y="12380"/>
                  <a:pt x="42447" y="4415"/>
                </a:cubicBezTo>
                <a:cubicBezTo>
                  <a:pt x="36095" y="1262"/>
                  <a:pt x="30587" y="1"/>
                  <a:pt x="258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flipH="1">
            <a:off x="6281900" y="4702625"/>
            <a:ext cx="2862100" cy="440825"/>
          </a:xfrm>
          <a:custGeom>
            <a:avLst/>
            <a:gdLst/>
            <a:ahLst/>
            <a:cxnLst/>
            <a:rect l="l" t="t" r="r" b="b"/>
            <a:pathLst>
              <a:path w="114484" h="17633" extrusionOk="0">
                <a:moveTo>
                  <a:pt x="22578" y="1"/>
                </a:moveTo>
                <a:cubicBezTo>
                  <a:pt x="5980" y="1"/>
                  <a:pt x="1" y="17632"/>
                  <a:pt x="1" y="17632"/>
                </a:cubicBezTo>
                <a:lnTo>
                  <a:pt x="114484" y="17632"/>
                </a:lnTo>
                <a:cubicBezTo>
                  <a:pt x="114484" y="17632"/>
                  <a:pt x="106791" y="7178"/>
                  <a:pt x="95085" y="7178"/>
                </a:cubicBezTo>
                <a:cubicBezTo>
                  <a:pt x="92581" y="7178"/>
                  <a:pt x="89894" y="7656"/>
                  <a:pt x="87059" y="8817"/>
                </a:cubicBezTo>
                <a:cubicBezTo>
                  <a:pt x="81944" y="10911"/>
                  <a:pt x="76451" y="13091"/>
                  <a:pt x="68846" y="13091"/>
                </a:cubicBezTo>
                <a:cubicBezTo>
                  <a:pt x="61079" y="13091"/>
                  <a:pt x="51110" y="10817"/>
                  <a:pt x="37090" y="3858"/>
                </a:cubicBezTo>
                <a:cubicBezTo>
                  <a:pt x="31541" y="1103"/>
                  <a:pt x="26727" y="1"/>
                  <a:pt x="225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 flipH="1">
            <a:off x="4736150" y="0"/>
            <a:ext cx="4407850" cy="1041925"/>
          </a:xfrm>
          <a:custGeom>
            <a:avLst/>
            <a:gdLst/>
            <a:ahLst/>
            <a:cxnLst/>
            <a:rect l="l" t="t" r="r" b="b"/>
            <a:pathLst>
              <a:path w="176314" h="41677" extrusionOk="0">
                <a:moveTo>
                  <a:pt x="1" y="0"/>
                </a:moveTo>
                <a:lnTo>
                  <a:pt x="1" y="26973"/>
                </a:lnTo>
                <a:cubicBezTo>
                  <a:pt x="1" y="26973"/>
                  <a:pt x="7504" y="41676"/>
                  <a:pt x="29031" y="41676"/>
                </a:cubicBezTo>
                <a:cubicBezTo>
                  <a:pt x="34143" y="41676"/>
                  <a:pt x="40047" y="40847"/>
                  <a:pt x="46829" y="38794"/>
                </a:cubicBezTo>
                <a:cubicBezTo>
                  <a:pt x="77849" y="29407"/>
                  <a:pt x="87280" y="14815"/>
                  <a:pt x="111927" y="14815"/>
                </a:cubicBezTo>
                <a:cubicBezTo>
                  <a:pt x="115359" y="14815"/>
                  <a:pt x="119085" y="15098"/>
                  <a:pt x="123205" y="15717"/>
                </a:cubicBezTo>
                <a:cubicBezTo>
                  <a:pt x="126869" y="16267"/>
                  <a:pt x="130363" y="16513"/>
                  <a:pt x="133681" y="16513"/>
                </a:cubicBezTo>
                <a:cubicBezTo>
                  <a:pt x="160908" y="16513"/>
                  <a:pt x="176314" y="0"/>
                  <a:pt x="1763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 flipH="1">
            <a:off x="5445825" y="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6347525" y="1636751"/>
            <a:ext cx="2796434" cy="3502398"/>
          </a:xfrm>
          <a:custGeom>
            <a:avLst/>
            <a:gdLst/>
            <a:ahLst/>
            <a:cxnLst/>
            <a:rect l="l" t="t" r="r" b="b"/>
            <a:pathLst>
              <a:path w="37986" h="47574" extrusionOk="0">
                <a:moveTo>
                  <a:pt x="37985" y="1"/>
                </a:moveTo>
                <a:cubicBezTo>
                  <a:pt x="37985" y="1"/>
                  <a:pt x="25293" y="1820"/>
                  <a:pt x="24740" y="10614"/>
                </a:cubicBezTo>
                <a:cubicBezTo>
                  <a:pt x="24185" y="19410"/>
                  <a:pt x="26773" y="21995"/>
                  <a:pt x="21599" y="26430"/>
                </a:cubicBezTo>
                <a:cubicBezTo>
                  <a:pt x="16426" y="30865"/>
                  <a:pt x="0" y="33330"/>
                  <a:pt x="4250" y="47574"/>
                </a:cubicBezTo>
                <a:lnTo>
                  <a:pt x="37986" y="47574"/>
                </a:lnTo>
                <a:lnTo>
                  <a:pt x="37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720000" y="3056550"/>
            <a:ext cx="3924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720000" y="1255650"/>
            <a:ext cx="3924000" cy="18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4824000" y="771750"/>
            <a:ext cx="3600000" cy="36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" name="Google Shape;49;p7"/>
          <p:cNvSpPr/>
          <p:nvPr/>
        </p:nvSpPr>
        <p:spPr>
          <a:xfrm flipH="1">
            <a:off x="4736150" y="0"/>
            <a:ext cx="4407850" cy="1041925"/>
          </a:xfrm>
          <a:custGeom>
            <a:avLst/>
            <a:gdLst/>
            <a:ahLst/>
            <a:cxnLst/>
            <a:rect l="l" t="t" r="r" b="b"/>
            <a:pathLst>
              <a:path w="176314" h="41677" extrusionOk="0">
                <a:moveTo>
                  <a:pt x="1" y="0"/>
                </a:moveTo>
                <a:lnTo>
                  <a:pt x="1" y="26973"/>
                </a:lnTo>
                <a:cubicBezTo>
                  <a:pt x="1" y="26973"/>
                  <a:pt x="7504" y="41676"/>
                  <a:pt x="29031" y="41676"/>
                </a:cubicBezTo>
                <a:cubicBezTo>
                  <a:pt x="34143" y="41676"/>
                  <a:pt x="40047" y="40847"/>
                  <a:pt x="46829" y="38794"/>
                </a:cubicBezTo>
                <a:cubicBezTo>
                  <a:pt x="77849" y="29407"/>
                  <a:pt x="87280" y="14815"/>
                  <a:pt x="111927" y="14815"/>
                </a:cubicBezTo>
                <a:cubicBezTo>
                  <a:pt x="115359" y="14815"/>
                  <a:pt x="119085" y="15098"/>
                  <a:pt x="123205" y="15717"/>
                </a:cubicBezTo>
                <a:cubicBezTo>
                  <a:pt x="126869" y="16267"/>
                  <a:pt x="130363" y="16513"/>
                  <a:pt x="133681" y="16513"/>
                </a:cubicBezTo>
                <a:cubicBezTo>
                  <a:pt x="160908" y="16513"/>
                  <a:pt x="176314" y="0"/>
                  <a:pt x="1763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7"/>
          <p:cNvSpPr/>
          <p:nvPr/>
        </p:nvSpPr>
        <p:spPr>
          <a:xfrm flipH="1">
            <a:off x="5445825" y="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7"/>
          <p:cNvSpPr/>
          <p:nvPr/>
        </p:nvSpPr>
        <p:spPr>
          <a:xfrm rot="5400000">
            <a:off x="1350050" y="2703450"/>
            <a:ext cx="1099950" cy="3800075"/>
          </a:xfrm>
          <a:custGeom>
            <a:avLst/>
            <a:gdLst/>
            <a:ahLst/>
            <a:cxnLst/>
            <a:rect l="l" t="t" r="r" b="b"/>
            <a:pathLst>
              <a:path w="43998" h="152003" extrusionOk="0">
                <a:moveTo>
                  <a:pt x="43615" y="0"/>
                </a:moveTo>
                <a:cubicBezTo>
                  <a:pt x="43615" y="0"/>
                  <a:pt x="16366" y="17346"/>
                  <a:pt x="22729" y="41629"/>
                </a:cubicBezTo>
                <a:cubicBezTo>
                  <a:pt x="29096" y="65911"/>
                  <a:pt x="43997" y="70379"/>
                  <a:pt x="22000" y="100808"/>
                </a:cubicBezTo>
                <a:cubicBezTo>
                  <a:pt x="1" y="131235"/>
                  <a:pt x="43615" y="152002"/>
                  <a:pt x="43615" y="152002"/>
                </a:cubicBezTo>
                <a:lnTo>
                  <a:pt x="436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/>
          <p:nvPr/>
        </p:nvSpPr>
        <p:spPr>
          <a:xfrm rot="5400000">
            <a:off x="1282425" y="3051700"/>
            <a:ext cx="819325" cy="3384200"/>
          </a:xfrm>
          <a:custGeom>
            <a:avLst/>
            <a:gdLst/>
            <a:ahLst/>
            <a:cxnLst/>
            <a:rect l="l" t="t" r="r" b="b"/>
            <a:pathLst>
              <a:path w="32773" h="135368" extrusionOk="0">
                <a:moveTo>
                  <a:pt x="32773" y="0"/>
                </a:moveTo>
                <a:lnTo>
                  <a:pt x="32773" y="0"/>
                </a:lnTo>
                <a:cubicBezTo>
                  <a:pt x="32772" y="1"/>
                  <a:pt x="12156" y="14749"/>
                  <a:pt x="16884" y="36501"/>
                </a:cubicBezTo>
                <a:cubicBezTo>
                  <a:pt x="21613" y="58253"/>
                  <a:pt x="32684" y="62255"/>
                  <a:pt x="16343" y="89509"/>
                </a:cubicBezTo>
                <a:cubicBezTo>
                  <a:pt x="1" y="116766"/>
                  <a:pt x="32401" y="135367"/>
                  <a:pt x="32401" y="135367"/>
                </a:cubicBezTo>
                <a:lnTo>
                  <a:pt x="327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/>
          <p:nvPr/>
        </p:nvSpPr>
        <p:spPr>
          <a:xfrm rot="5400000">
            <a:off x="-1385450" y="1641238"/>
            <a:ext cx="3275400" cy="504525"/>
          </a:xfrm>
          <a:custGeom>
            <a:avLst/>
            <a:gdLst/>
            <a:ahLst/>
            <a:cxnLst/>
            <a:rect l="l" t="t" r="r" b="b"/>
            <a:pathLst>
              <a:path w="131016" h="20181" extrusionOk="0">
                <a:moveTo>
                  <a:pt x="25838" y="1"/>
                </a:moveTo>
                <a:cubicBezTo>
                  <a:pt x="6842" y="1"/>
                  <a:pt x="0" y="20178"/>
                  <a:pt x="0" y="20178"/>
                </a:cubicBezTo>
                <a:lnTo>
                  <a:pt x="0" y="20181"/>
                </a:lnTo>
                <a:lnTo>
                  <a:pt x="131016" y="20181"/>
                </a:lnTo>
                <a:cubicBezTo>
                  <a:pt x="131016" y="20181"/>
                  <a:pt x="122212" y="8215"/>
                  <a:pt x="108815" y="8215"/>
                </a:cubicBezTo>
                <a:cubicBezTo>
                  <a:pt x="105950" y="8215"/>
                  <a:pt x="102875" y="8763"/>
                  <a:pt x="99631" y="10091"/>
                </a:cubicBezTo>
                <a:cubicBezTo>
                  <a:pt x="93778" y="12488"/>
                  <a:pt x="87492" y="14982"/>
                  <a:pt x="78789" y="14982"/>
                </a:cubicBezTo>
                <a:cubicBezTo>
                  <a:pt x="69901" y="14982"/>
                  <a:pt x="58491" y="12380"/>
                  <a:pt x="42447" y="4415"/>
                </a:cubicBezTo>
                <a:cubicBezTo>
                  <a:pt x="36095" y="1262"/>
                  <a:pt x="30587" y="1"/>
                  <a:pt x="258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 rot="5400000">
            <a:off x="-1210600" y="1210638"/>
            <a:ext cx="2862100" cy="440825"/>
          </a:xfrm>
          <a:custGeom>
            <a:avLst/>
            <a:gdLst/>
            <a:ahLst/>
            <a:cxnLst/>
            <a:rect l="l" t="t" r="r" b="b"/>
            <a:pathLst>
              <a:path w="114484" h="17633" extrusionOk="0">
                <a:moveTo>
                  <a:pt x="22578" y="1"/>
                </a:moveTo>
                <a:cubicBezTo>
                  <a:pt x="5980" y="1"/>
                  <a:pt x="1" y="17632"/>
                  <a:pt x="1" y="17632"/>
                </a:cubicBezTo>
                <a:lnTo>
                  <a:pt x="114484" y="17632"/>
                </a:lnTo>
                <a:cubicBezTo>
                  <a:pt x="114484" y="17632"/>
                  <a:pt x="106791" y="7178"/>
                  <a:pt x="95085" y="7178"/>
                </a:cubicBezTo>
                <a:cubicBezTo>
                  <a:pt x="92581" y="7178"/>
                  <a:pt x="89894" y="7656"/>
                  <a:pt x="87059" y="8817"/>
                </a:cubicBezTo>
                <a:cubicBezTo>
                  <a:pt x="81944" y="10911"/>
                  <a:pt x="76451" y="13091"/>
                  <a:pt x="68846" y="13091"/>
                </a:cubicBezTo>
                <a:cubicBezTo>
                  <a:pt x="61079" y="13091"/>
                  <a:pt x="51110" y="10817"/>
                  <a:pt x="37090" y="3858"/>
                </a:cubicBezTo>
                <a:cubicBezTo>
                  <a:pt x="31541" y="1103"/>
                  <a:pt x="26727" y="1"/>
                  <a:pt x="225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6711000" y="2091980"/>
            <a:ext cx="2433003" cy="3047115"/>
          </a:xfrm>
          <a:custGeom>
            <a:avLst/>
            <a:gdLst/>
            <a:ahLst/>
            <a:cxnLst/>
            <a:rect l="l" t="t" r="r" b="b"/>
            <a:pathLst>
              <a:path w="37986" h="47574" extrusionOk="0">
                <a:moveTo>
                  <a:pt x="37985" y="1"/>
                </a:moveTo>
                <a:cubicBezTo>
                  <a:pt x="37985" y="1"/>
                  <a:pt x="25293" y="1820"/>
                  <a:pt x="24740" y="10614"/>
                </a:cubicBezTo>
                <a:cubicBezTo>
                  <a:pt x="24185" y="19410"/>
                  <a:pt x="26773" y="21995"/>
                  <a:pt x="21599" y="26430"/>
                </a:cubicBezTo>
                <a:cubicBezTo>
                  <a:pt x="16426" y="30865"/>
                  <a:pt x="0" y="33330"/>
                  <a:pt x="4250" y="47574"/>
                </a:cubicBezTo>
                <a:lnTo>
                  <a:pt x="37986" y="47574"/>
                </a:lnTo>
                <a:lnTo>
                  <a:pt x="37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720000" y="2271600"/>
            <a:ext cx="4644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20000" y="1455900"/>
            <a:ext cx="4644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/>
          <p:nvPr/>
        </p:nvSpPr>
        <p:spPr>
          <a:xfrm flipH="1">
            <a:off x="4736150" y="0"/>
            <a:ext cx="4407850" cy="1041925"/>
          </a:xfrm>
          <a:custGeom>
            <a:avLst/>
            <a:gdLst/>
            <a:ahLst/>
            <a:cxnLst/>
            <a:rect l="l" t="t" r="r" b="b"/>
            <a:pathLst>
              <a:path w="176314" h="41677" extrusionOk="0">
                <a:moveTo>
                  <a:pt x="1" y="0"/>
                </a:moveTo>
                <a:lnTo>
                  <a:pt x="1" y="26973"/>
                </a:lnTo>
                <a:cubicBezTo>
                  <a:pt x="1" y="26973"/>
                  <a:pt x="7504" y="41676"/>
                  <a:pt x="29031" y="41676"/>
                </a:cubicBezTo>
                <a:cubicBezTo>
                  <a:pt x="34143" y="41676"/>
                  <a:pt x="40047" y="40847"/>
                  <a:pt x="46829" y="38794"/>
                </a:cubicBezTo>
                <a:cubicBezTo>
                  <a:pt x="77849" y="29407"/>
                  <a:pt x="87280" y="14815"/>
                  <a:pt x="111927" y="14815"/>
                </a:cubicBezTo>
                <a:cubicBezTo>
                  <a:pt x="115359" y="14815"/>
                  <a:pt x="119085" y="15098"/>
                  <a:pt x="123205" y="15717"/>
                </a:cubicBezTo>
                <a:cubicBezTo>
                  <a:pt x="126869" y="16267"/>
                  <a:pt x="130363" y="16513"/>
                  <a:pt x="133681" y="16513"/>
                </a:cubicBezTo>
                <a:cubicBezTo>
                  <a:pt x="160908" y="16513"/>
                  <a:pt x="176314" y="0"/>
                  <a:pt x="1763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"/>
          <p:cNvSpPr/>
          <p:nvPr/>
        </p:nvSpPr>
        <p:spPr>
          <a:xfrm flipH="1">
            <a:off x="5445825" y="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 rot="5400000">
            <a:off x="1350050" y="2703450"/>
            <a:ext cx="1099950" cy="3800075"/>
          </a:xfrm>
          <a:custGeom>
            <a:avLst/>
            <a:gdLst/>
            <a:ahLst/>
            <a:cxnLst/>
            <a:rect l="l" t="t" r="r" b="b"/>
            <a:pathLst>
              <a:path w="43998" h="152003" extrusionOk="0">
                <a:moveTo>
                  <a:pt x="43615" y="0"/>
                </a:moveTo>
                <a:cubicBezTo>
                  <a:pt x="43615" y="0"/>
                  <a:pt x="16366" y="17346"/>
                  <a:pt x="22729" y="41629"/>
                </a:cubicBezTo>
                <a:cubicBezTo>
                  <a:pt x="29096" y="65911"/>
                  <a:pt x="43997" y="70379"/>
                  <a:pt x="22000" y="100808"/>
                </a:cubicBezTo>
                <a:cubicBezTo>
                  <a:pt x="1" y="131235"/>
                  <a:pt x="43615" y="152002"/>
                  <a:pt x="43615" y="152002"/>
                </a:cubicBezTo>
                <a:lnTo>
                  <a:pt x="436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/>
          <p:nvPr/>
        </p:nvSpPr>
        <p:spPr>
          <a:xfrm rot="5400000">
            <a:off x="1282425" y="3051700"/>
            <a:ext cx="819325" cy="3384200"/>
          </a:xfrm>
          <a:custGeom>
            <a:avLst/>
            <a:gdLst/>
            <a:ahLst/>
            <a:cxnLst/>
            <a:rect l="l" t="t" r="r" b="b"/>
            <a:pathLst>
              <a:path w="32773" h="135368" extrusionOk="0">
                <a:moveTo>
                  <a:pt x="32773" y="0"/>
                </a:moveTo>
                <a:lnTo>
                  <a:pt x="32773" y="0"/>
                </a:lnTo>
                <a:cubicBezTo>
                  <a:pt x="32772" y="1"/>
                  <a:pt x="12156" y="14749"/>
                  <a:pt x="16884" y="36501"/>
                </a:cubicBezTo>
                <a:cubicBezTo>
                  <a:pt x="21613" y="58253"/>
                  <a:pt x="32684" y="62255"/>
                  <a:pt x="16343" y="89509"/>
                </a:cubicBezTo>
                <a:cubicBezTo>
                  <a:pt x="1" y="116766"/>
                  <a:pt x="32401" y="135367"/>
                  <a:pt x="32401" y="135367"/>
                </a:cubicBezTo>
                <a:lnTo>
                  <a:pt x="327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 rot="5400000">
            <a:off x="-1385450" y="1641238"/>
            <a:ext cx="3275400" cy="504525"/>
          </a:xfrm>
          <a:custGeom>
            <a:avLst/>
            <a:gdLst/>
            <a:ahLst/>
            <a:cxnLst/>
            <a:rect l="l" t="t" r="r" b="b"/>
            <a:pathLst>
              <a:path w="131016" h="20181" extrusionOk="0">
                <a:moveTo>
                  <a:pt x="25838" y="1"/>
                </a:moveTo>
                <a:cubicBezTo>
                  <a:pt x="6842" y="1"/>
                  <a:pt x="0" y="20178"/>
                  <a:pt x="0" y="20178"/>
                </a:cubicBezTo>
                <a:lnTo>
                  <a:pt x="0" y="20181"/>
                </a:lnTo>
                <a:lnTo>
                  <a:pt x="131016" y="20181"/>
                </a:lnTo>
                <a:cubicBezTo>
                  <a:pt x="131016" y="20181"/>
                  <a:pt x="122212" y="8215"/>
                  <a:pt x="108815" y="8215"/>
                </a:cubicBezTo>
                <a:cubicBezTo>
                  <a:pt x="105950" y="8215"/>
                  <a:pt x="102875" y="8763"/>
                  <a:pt x="99631" y="10091"/>
                </a:cubicBezTo>
                <a:cubicBezTo>
                  <a:pt x="93778" y="12488"/>
                  <a:pt x="87492" y="14982"/>
                  <a:pt x="78789" y="14982"/>
                </a:cubicBezTo>
                <a:cubicBezTo>
                  <a:pt x="69901" y="14982"/>
                  <a:pt x="58491" y="12380"/>
                  <a:pt x="42447" y="4415"/>
                </a:cubicBezTo>
                <a:cubicBezTo>
                  <a:pt x="36095" y="1262"/>
                  <a:pt x="30587" y="1"/>
                  <a:pt x="258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 rot="5400000">
            <a:off x="-1210600" y="1210638"/>
            <a:ext cx="2862100" cy="440825"/>
          </a:xfrm>
          <a:custGeom>
            <a:avLst/>
            <a:gdLst/>
            <a:ahLst/>
            <a:cxnLst/>
            <a:rect l="l" t="t" r="r" b="b"/>
            <a:pathLst>
              <a:path w="114484" h="17633" extrusionOk="0">
                <a:moveTo>
                  <a:pt x="22578" y="1"/>
                </a:moveTo>
                <a:cubicBezTo>
                  <a:pt x="5980" y="1"/>
                  <a:pt x="1" y="17632"/>
                  <a:pt x="1" y="17632"/>
                </a:cubicBezTo>
                <a:lnTo>
                  <a:pt x="114484" y="17632"/>
                </a:lnTo>
                <a:cubicBezTo>
                  <a:pt x="114484" y="17632"/>
                  <a:pt x="106791" y="7178"/>
                  <a:pt x="95085" y="7178"/>
                </a:cubicBezTo>
                <a:cubicBezTo>
                  <a:pt x="92581" y="7178"/>
                  <a:pt x="89894" y="7656"/>
                  <a:pt x="87059" y="8817"/>
                </a:cubicBezTo>
                <a:cubicBezTo>
                  <a:pt x="81944" y="10911"/>
                  <a:pt x="76451" y="13091"/>
                  <a:pt x="68846" y="13091"/>
                </a:cubicBezTo>
                <a:cubicBezTo>
                  <a:pt x="61079" y="13091"/>
                  <a:pt x="51110" y="10817"/>
                  <a:pt x="37090" y="3858"/>
                </a:cubicBezTo>
                <a:cubicBezTo>
                  <a:pt x="31541" y="1103"/>
                  <a:pt x="26727" y="1"/>
                  <a:pt x="225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 rot="10800000" flipH="1">
            <a:off x="9" y="4088013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/>
          <p:cNvSpPr/>
          <p:nvPr/>
        </p:nvSpPr>
        <p:spPr>
          <a:xfrm flipH="1">
            <a:off x="5445834" y="615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1529700" y="1172200"/>
            <a:ext cx="45000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72200"/>
            <a:ext cx="809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1529700" y="1573900"/>
            <a:ext cx="45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3"/>
          </p:nvPr>
        </p:nvSpPr>
        <p:spPr>
          <a:xfrm>
            <a:off x="2328900" y="2023100"/>
            <a:ext cx="45000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4" hasCustomPrompt="1"/>
          </p:nvPr>
        </p:nvSpPr>
        <p:spPr>
          <a:xfrm>
            <a:off x="1519200" y="2023100"/>
            <a:ext cx="809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5"/>
          </p:nvPr>
        </p:nvSpPr>
        <p:spPr>
          <a:xfrm>
            <a:off x="2328900" y="2424800"/>
            <a:ext cx="45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6"/>
          </p:nvPr>
        </p:nvSpPr>
        <p:spPr>
          <a:xfrm>
            <a:off x="3124500" y="2875750"/>
            <a:ext cx="45000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7" hasCustomPrompt="1"/>
          </p:nvPr>
        </p:nvSpPr>
        <p:spPr>
          <a:xfrm>
            <a:off x="2314800" y="2875750"/>
            <a:ext cx="809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8"/>
          </p:nvPr>
        </p:nvSpPr>
        <p:spPr>
          <a:xfrm>
            <a:off x="3124500" y="3277450"/>
            <a:ext cx="45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9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13"/>
          </p:nvPr>
        </p:nvSpPr>
        <p:spPr>
          <a:xfrm>
            <a:off x="3923700" y="3725400"/>
            <a:ext cx="45000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14" hasCustomPrompt="1"/>
          </p:nvPr>
        </p:nvSpPr>
        <p:spPr>
          <a:xfrm>
            <a:off x="3114000" y="3725400"/>
            <a:ext cx="809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5"/>
          </p:nvPr>
        </p:nvSpPr>
        <p:spPr>
          <a:xfrm>
            <a:off x="3923700" y="4127100"/>
            <a:ext cx="45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 flipH="1">
            <a:off x="0" y="2091980"/>
            <a:ext cx="2433003" cy="3047115"/>
          </a:xfrm>
          <a:custGeom>
            <a:avLst/>
            <a:gdLst/>
            <a:ahLst/>
            <a:cxnLst/>
            <a:rect l="l" t="t" r="r" b="b"/>
            <a:pathLst>
              <a:path w="37986" h="47574" extrusionOk="0">
                <a:moveTo>
                  <a:pt x="37985" y="1"/>
                </a:moveTo>
                <a:cubicBezTo>
                  <a:pt x="37985" y="1"/>
                  <a:pt x="25293" y="1820"/>
                  <a:pt x="24740" y="10614"/>
                </a:cubicBezTo>
                <a:cubicBezTo>
                  <a:pt x="24185" y="19410"/>
                  <a:pt x="26773" y="21995"/>
                  <a:pt x="21599" y="26430"/>
                </a:cubicBezTo>
                <a:cubicBezTo>
                  <a:pt x="16426" y="30865"/>
                  <a:pt x="0" y="33330"/>
                  <a:pt x="4250" y="47574"/>
                </a:cubicBezTo>
                <a:lnTo>
                  <a:pt x="37986" y="47574"/>
                </a:lnTo>
                <a:lnTo>
                  <a:pt x="379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"/>
          <p:cNvSpPr/>
          <p:nvPr/>
        </p:nvSpPr>
        <p:spPr>
          <a:xfrm flipH="1">
            <a:off x="5612800" y="4638975"/>
            <a:ext cx="3275400" cy="504525"/>
          </a:xfrm>
          <a:custGeom>
            <a:avLst/>
            <a:gdLst/>
            <a:ahLst/>
            <a:cxnLst/>
            <a:rect l="l" t="t" r="r" b="b"/>
            <a:pathLst>
              <a:path w="131016" h="20181" extrusionOk="0">
                <a:moveTo>
                  <a:pt x="25838" y="1"/>
                </a:moveTo>
                <a:cubicBezTo>
                  <a:pt x="6842" y="1"/>
                  <a:pt x="0" y="20178"/>
                  <a:pt x="0" y="20178"/>
                </a:cubicBezTo>
                <a:lnTo>
                  <a:pt x="0" y="20181"/>
                </a:lnTo>
                <a:lnTo>
                  <a:pt x="131016" y="20181"/>
                </a:lnTo>
                <a:cubicBezTo>
                  <a:pt x="131016" y="20181"/>
                  <a:pt x="122212" y="8215"/>
                  <a:pt x="108815" y="8215"/>
                </a:cubicBezTo>
                <a:cubicBezTo>
                  <a:pt x="105950" y="8215"/>
                  <a:pt x="102875" y="8763"/>
                  <a:pt x="99631" y="10091"/>
                </a:cubicBezTo>
                <a:cubicBezTo>
                  <a:pt x="93778" y="12488"/>
                  <a:pt x="87492" y="14982"/>
                  <a:pt x="78789" y="14982"/>
                </a:cubicBezTo>
                <a:cubicBezTo>
                  <a:pt x="69901" y="14982"/>
                  <a:pt x="58491" y="12380"/>
                  <a:pt x="42447" y="4415"/>
                </a:cubicBezTo>
                <a:cubicBezTo>
                  <a:pt x="36095" y="1262"/>
                  <a:pt x="30587" y="1"/>
                  <a:pt x="258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4"/>
          <p:cNvSpPr/>
          <p:nvPr/>
        </p:nvSpPr>
        <p:spPr>
          <a:xfrm flipH="1">
            <a:off x="6281900" y="4702625"/>
            <a:ext cx="2862100" cy="440825"/>
          </a:xfrm>
          <a:custGeom>
            <a:avLst/>
            <a:gdLst/>
            <a:ahLst/>
            <a:cxnLst/>
            <a:rect l="l" t="t" r="r" b="b"/>
            <a:pathLst>
              <a:path w="114484" h="17633" extrusionOk="0">
                <a:moveTo>
                  <a:pt x="22578" y="1"/>
                </a:moveTo>
                <a:cubicBezTo>
                  <a:pt x="5980" y="1"/>
                  <a:pt x="1" y="17632"/>
                  <a:pt x="1" y="17632"/>
                </a:cubicBezTo>
                <a:lnTo>
                  <a:pt x="114484" y="17632"/>
                </a:lnTo>
                <a:cubicBezTo>
                  <a:pt x="114484" y="17632"/>
                  <a:pt x="106791" y="7178"/>
                  <a:pt x="95085" y="7178"/>
                </a:cubicBezTo>
                <a:cubicBezTo>
                  <a:pt x="92581" y="7178"/>
                  <a:pt x="89894" y="7656"/>
                  <a:pt x="87059" y="8817"/>
                </a:cubicBezTo>
                <a:cubicBezTo>
                  <a:pt x="81944" y="10911"/>
                  <a:pt x="76451" y="13091"/>
                  <a:pt x="68846" y="13091"/>
                </a:cubicBezTo>
                <a:cubicBezTo>
                  <a:pt x="61079" y="13091"/>
                  <a:pt x="51110" y="10817"/>
                  <a:pt x="37090" y="3858"/>
                </a:cubicBezTo>
                <a:cubicBezTo>
                  <a:pt x="31541" y="1103"/>
                  <a:pt x="26727" y="1"/>
                  <a:pt x="2257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4"/>
          <p:cNvSpPr/>
          <p:nvPr/>
        </p:nvSpPr>
        <p:spPr>
          <a:xfrm flipH="1">
            <a:off x="4736150" y="0"/>
            <a:ext cx="4407850" cy="1041925"/>
          </a:xfrm>
          <a:custGeom>
            <a:avLst/>
            <a:gdLst/>
            <a:ahLst/>
            <a:cxnLst/>
            <a:rect l="l" t="t" r="r" b="b"/>
            <a:pathLst>
              <a:path w="176314" h="41677" extrusionOk="0">
                <a:moveTo>
                  <a:pt x="1" y="0"/>
                </a:moveTo>
                <a:lnTo>
                  <a:pt x="1" y="26973"/>
                </a:lnTo>
                <a:cubicBezTo>
                  <a:pt x="1" y="26973"/>
                  <a:pt x="7504" y="41676"/>
                  <a:pt x="29031" y="41676"/>
                </a:cubicBezTo>
                <a:cubicBezTo>
                  <a:pt x="34143" y="41676"/>
                  <a:pt x="40047" y="40847"/>
                  <a:pt x="46829" y="38794"/>
                </a:cubicBezTo>
                <a:cubicBezTo>
                  <a:pt x="77849" y="29407"/>
                  <a:pt x="87280" y="14815"/>
                  <a:pt x="111927" y="14815"/>
                </a:cubicBezTo>
                <a:cubicBezTo>
                  <a:pt x="115359" y="14815"/>
                  <a:pt x="119085" y="15098"/>
                  <a:pt x="123205" y="15717"/>
                </a:cubicBezTo>
                <a:cubicBezTo>
                  <a:pt x="126869" y="16267"/>
                  <a:pt x="130363" y="16513"/>
                  <a:pt x="133681" y="16513"/>
                </a:cubicBezTo>
                <a:cubicBezTo>
                  <a:pt x="160908" y="16513"/>
                  <a:pt x="176314" y="0"/>
                  <a:pt x="1763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/>
          <p:nvPr/>
        </p:nvSpPr>
        <p:spPr>
          <a:xfrm flipH="1">
            <a:off x="5445825" y="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2898000" y="3325200"/>
            <a:ext cx="55260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1"/>
          </p:nvPr>
        </p:nvSpPr>
        <p:spPr>
          <a:xfrm>
            <a:off x="2898000" y="1264200"/>
            <a:ext cx="5526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8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 rot="10800000">
            <a:off x="5445825" y="4088013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0" y="615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/>
          <p:nvPr/>
        </p:nvSpPr>
        <p:spPr>
          <a:xfrm rot="5400000">
            <a:off x="6683100" y="3051700"/>
            <a:ext cx="819325" cy="3384200"/>
          </a:xfrm>
          <a:custGeom>
            <a:avLst/>
            <a:gdLst/>
            <a:ahLst/>
            <a:cxnLst/>
            <a:rect l="l" t="t" r="r" b="b"/>
            <a:pathLst>
              <a:path w="32773" h="135368" extrusionOk="0">
                <a:moveTo>
                  <a:pt x="32773" y="0"/>
                </a:moveTo>
                <a:lnTo>
                  <a:pt x="32773" y="0"/>
                </a:lnTo>
                <a:cubicBezTo>
                  <a:pt x="32772" y="1"/>
                  <a:pt x="12156" y="14749"/>
                  <a:pt x="16884" y="36501"/>
                </a:cubicBezTo>
                <a:cubicBezTo>
                  <a:pt x="21613" y="58253"/>
                  <a:pt x="32684" y="62255"/>
                  <a:pt x="16343" y="89509"/>
                </a:cubicBezTo>
                <a:cubicBezTo>
                  <a:pt x="1" y="116766"/>
                  <a:pt x="32401" y="135367"/>
                  <a:pt x="32401" y="135367"/>
                </a:cubicBezTo>
                <a:lnTo>
                  <a:pt x="327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6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 rot="10800000" flipH="1">
            <a:off x="9" y="4088013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9"/>
          <p:cNvSpPr/>
          <p:nvPr/>
        </p:nvSpPr>
        <p:spPr>
          <a:xfrm flipH="1">
            <a:off x="5445834" y="615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/>
          <p:nvPr/>
        </p:nvSpPr>
        <p:spPr>
          <a:xfrm rot="-5400000" flipH="1">
            <a:off x="1641575" y="3051700"/>
            <a:ext cx="819325" cy="3384200"/>
          </a:xfrm>
          <a:custGeom>
            <a:avLst/>
            <a:gdLst/>
            <a:ahLst/>
            <a:cxnLst/>
            <a:rect l="l" t="t" r="r" b="b"/>
            <a:pathLst>
              <a:path w="32773" h="135368" extrusionOk="0">
                <a:moveTo>
                  <a:pt x="32773" y="0"/>
                </a:moveTo>
                <a:lnTo>
                  <a:pt x="32773" y="0"/>
                </a:lnTo>
                <a:cubicBezTo>
                  <a:pt x="32772" y="1"/>
                  <a:pt x="12156" y="14749"/>
                  <a:pt x="16884" y="36501"/>
                </a:cubicBezTo>
                <a:cubicBezTo>
                  <a:pt x="21613" y="58253"/>
                  <a:pt x="32684" y="62255"/>
                  <a:pt x="16343" y="89509"/>
                </a:cubicBezTo>
                <a:cubicBezTo>
                  <a:pt x="1" y="116766"/>
                  <a:pt x="32401" y="135367"/>
                  <a:pt x="32401" y="135367"/>
                </a:cubicBezTo>
                <a:lnTo>
                  <a:pt x="327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/>
          <p:nvPr/>
        </p:nvSpPr>
        <p:spPr>
          <a:xfrm rot="10800000" flipH="1">
            <a:off x="9" y="4088013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9"/>
          <p:cNvSpPr/>
          <p:nvPr/>
        </p:nvSpPr>
        <p:spPr>
          <a:xfrm flipH="1">
            <a:off x="5445834" y="615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/>
          <p:nvPr/>
        </p:nvSpPr>
        <p:spPr>
          <a:xfrm rot="10800000">
            <a:off x="5445834" y="4088013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9" y="615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 rot="10800000">
            <a:off x="5445825" y="4088013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0" y="6150"/>
            <a:ext cx="3698175" cy="1055475"/>
          </a:xfrm>
          <a:custGeom>
            <a:avLst/>
            <a:gdLst/>
            <a:ahLst/>
            <a:cxnLst/>
            <a:rect l="l" t="t" r="r" b="b"/>
            <a:pathLst>
              <a:path w="147927" h="42219" extrusionOk="0">
                <a:moveTo>
                  <a:pt x="1" y="0"/>
                </a:moveTo>
                <a:lnTo>
                  <a:pt x="1" y="27326"/>
                </a:lnTo>
                <a:cubicBezTo>
                  <a:pt x="1" y="27326"/>
                  <a:pt x="6296" y="42219"/>
                  <a:pt x="24357" y="42219"/>
                </a:cubicBezTo>
                <a:cubicBezTo>
                  <a:pt x="28646" y="42219"/>
                  <a:pt x="33599" y="41379"/>
                  <a:pt x="39290" y="39299"/>
                </a:cubicBezTo>
                <a:cubicBezTo>
                  <a:pt x="65317" y="29790"/>
                  <a:pt x="73228" y="15009"/>
                  <a:pt x="93908" y="15009"/>
                </a:cubicBezTo>
                <a:cubicBezTo>
                  <a:pt x="96787" y="15009"/>
                  <a:pt x="99913" y="15295"/>
                  <a:pt x="103370" y="15922"/>
                </a:cubicBezTo>
                <a:cubicBezTo>
                  <a:pt x="106443" y="16479"/>
                  <a:pt x="109374" y="16728"/>
                  <a:pt x="112158" y="16728"/>
                </a:cubicBezTo>
                <a:cubicBezTo>
                  <a:pt x="135001" y="16728"/>
                  <a:pt x="147927" y="0"/>
                  <a:pt x="1479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720000" y="1216800"/>
            <a:ext cx="3852000" cy="338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2"/>
          </p:nvPr>
        </p:nvSpPr>
        <p:spPr>
          <a:xfrm>
            <a:off x="4571995" y="1216800"/>
            <a:ext cx="38520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sz="22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/>
          <p:nvPr/>
        </p:nvSpPr>
        <p:spPr>
          <a:xfrm rot="-5400000">
            <a:off x="1641575" y="-1282437"/>
            <a:ext cx="819325" cy="3384200"/>
          </a:xfrm>
          <a:custGeom>
            <a:avLst/>
            <a:gdLst/>
            <a:ahLst/>
            <a:cxnLst/>
            <a:rect l="l" t="t" r="r" b="b"/>
            <a:pathLst>
              <a:path w="32773" h="135368" extrusionOk="0">
                <a:moveTo>
                  <a:pt x="32773" y="0"/>
                </a:moveTo>
                <a:lnTo>
                  <a:pt x="32773" y="0"/>
                </a:lnTo>
                <a:cubicBezTo>
                  <a:pt x="32772" y="1"/>
                  <a:pt x="12156" y="14749"/>
                  <a:pt x="16884" y="36501"/>
                </a:cubicBezTo>
                <a:cubicBezTo>
                  <a:pt x="21613" y="58253"/>
                  <a:pt x="32684" y="62255"/>
                  <a:pt x="16343" y="89509"/>
                </a:cubicBezTo>
                <a:cubicBezTo>
                  <a:pt x="1" y="116766"/>
                  <a:pt x="32401" y="135367"/>
                  <a:pt x="32401" y="135367"/>
                </a:cubicBezTo>
                <a:lnTo>
                  <a:pt x="327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/>
          <p:nvPr/>
        </p:nvSpPr>
        <p:spPr>
          <a:xfrm rot="5400000">
            <a:off x="6683100" y="3051700"/>
            <a:ext cx="819325" cy="3384200"/>
          </a:xfrm>
          <a:custGeom>
            <a:avLst/>
            <a:gdLst/>
            <a:ahLst/>
            <a:cxnLst/>
            <a:rect l="l" t="t" r="r" b="b"/>
            <a:pathLst>
              <a:path w="32773" h="135368" extrusionOk="0">
                <a:moveTo>
                  <a:pt x="32773" y="0"/>
                </a:moveTo>
                <a:lnTo>
                  <a:pt x="32773" y="0"/>
                </a:lnTo>
                <a:cubicBezTo>
                  <a:pt x="32772" y="1"/>
                  <a:pt x="12156" y="14749"/>
                  <a:pt x="16884" y="36501"/>
                </a:cubicBezTo>
                <a:cubicBezTo>
                  <a:pt x="21613" y="58253"/>
                  <a:pt x="32684" y="62255"/>
                  <a:pt x="16343" y="89509"/>
                </a:cubicBezTo>
                <a:cubicBezTo>
                  <a:pt x="1" y="116766"/>
                  <a:pt x="32401" y="135367"/>
                  <a:pt x="32401" y="135367"/>
                </a:cubicBezTo>
                <a:lnTo>
                  <a:pt x="327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46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Black"/>
              <a:buNone/>
              <a:defRPr sz="35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16800"/>
            <a:ext cx="7704000" cy="3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●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Char char="○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 Medium"/>
              <a:buChar char="■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59" r:id="rId6"/>
    <p:sldLayoutId id="2147483660" r:id="rId7"/>
    <p:sldLayoutId id="2147483664" r:id="rId8"/>
    <p:sldLayoutId id="2147483665" r:id="rId9"/>
    <p:sldLayoutId id="2147483675" r:id="rId10"/>
    <p:sldLayoutId id="2147483676" r:id="rId11"/>
    <p:sldLayoutId id="214748368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>
            <a:spLocks noGrp="1"/>
          </p:cNvSpPr>
          <p:nvPr>
            <p:ph type="ctrTitle"/>
          </p:nvPr>
        </p:nvSpPr>
        <p:spPr>
          <a:xfrm>
            <a:off x="696915" y="418024"/>
            <a:ext cx="5548671" cy="2543879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TÌM HIỂU VÀ TRIỂN KHAI DỊCH VỤ CẤU HÌNH MÁY CHỦ DNS VÀ DHCP </a:t>
            </a:r>
            <a:r>
              <a:rPr lang="en-US" sz="3200" dirty="0"/>
              <a:t>TRÊN HỆ ĐIỀU HÀNH UBUNTU</a:t>
            </a:r>
            <a:endParaRPr sz="3200" dirty="0"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1"/>
          </p:nvPr>
        </p:nvSpPr>
        <p:spPr>
          <a:xfrm>
            <a:off x="739986" y="3019683"/>
            <a:ext cx="5505600" cy="1705793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Phan Thanh </a:t>
            </a:r>
            <a:r>
              <a:rPr lang="en-US" dirty="0" err="1"/>
              <a:t>Tân</a:t>
            </a:r>
            <a:r>
              <a:rPr lang="vi-VN" dirty="0"/>
              <a:t>	23NS086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Trần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Thăng</a:t>
            </a:r>
            <a:r>
              <a:rPr lang="vi-VN" dirty="0"/>
              <a:t>	23NS090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Phan </a:t>
            </a:r>
            <a:r>
              <a:rPr lang="en-US" dirty="0" err="1"/>
              <a:t>Khánh</a:t>
            </a:r>
            <a:r>
              <a:rPr lang="en-US" dirty="0"/>
              <a:t> Ly</a:t>
            </a:r>
            <a:r>
              <a:rPr lang="vi-VN" dirty="0"/>
              <a:t>		23IT156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Nguyễn Thị Ngọc Ánh</a:t>
            </a:r>
            <a:r>
              <a:rPr lang="vi-VN" dirty="0"/>
              <a:t>	23IT007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Nguyễn </a:t>
            </a:r>
            <a:r>
              <a:rPr lang="en-US" dirty="0" err="1"/>
              <a:t>Đình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vi-VN"/>
              <a:t>	23IT037</a:t>
            </a:r>
            <a:endParaRPr lang="en-US" dirty="0"/>
          </a:p>
        </p:txBody>
      </p:sp>
      <p:grpSp>
        <p:nvGrpSpPr>
          <p:cNvPr id="248" name="Google Shape;248;p34"/>
          <p:cNvGrpSpPr/>
          <p:nvPr/>
        </p:nvGrpSpPr>
        <p:grpSpPr>
          <a:xfrm>
            <a:off x="5831889" y="1579815"/>
            <a:ext cx="4620746" cy="3556754"/>
            <a:chOff x="5527089" y="1579815"/>
            <a:chExt cx="4620746" cy="3556754"/>
          </a:xfrm>
        </p:grpSpPr>
        <p:sp>
          <p:nvSpPr>
            <p:cNvPr id="249" name="Google Shape;249;p34"/>
            <p:cNvSpPr/>
            <p:nvPr/>
          </p:nvSpPr>
          <p:spPr>
            <a:xfrm>
              <a:off x="6239778" y="2099076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4"/>
            <p:cNvSpPr/>
            <p:nvPr/>
          </p:nvSpPr>
          <p:spPr>
            <a:xfrm>
              <a:off x="9124311" y="4112833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4"/>
            <p:cNvSpPr/>
            <p:nvPr/>
          </p:nvSpPr>
          <p:spPr>
            <a:xfrm flipH="1">
              <a:off x="9407991" y="1801714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4"/>
            <p:cNvSpPr/>
            <p:nvPr/>
          </p:nvSpPr>
          <p:spPr>
            <a:xfrm flipH="1">
              <a:off x="9111945" y="157981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4"/>
            <p:cNvSpPr/>
            <p:nvPr/>
          </p:nvSpPr>
          <p:spPr>
            <a:xfrm flipH="1">
              <a:off x="8924714" y="1897923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4"/>
            <p:cNvSpPr/>
            <p:nvPr/>
          </p:nvSpPr>
          <p:spPr>
            <a:xfrm>
              <a:off x="5527089" y="3925265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4"/>
            <p:cNvSpPr/>
            <p:nvPr/>
          </p:nvSpPr>
          <p:spPr>
            <a:xfrm>
              <a:off x="5983525" y="4306634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4"/>
            <p:cNvSpPr/>
            <p:nvPr/>
          </p:nvSpPr>
          <p:spPr>
            <a:xfrm>
              <a:off x="6203967" y="4021455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" name="Google Shape;257;p34"/>
            <p:cNvGrpSpPr/>
            <p:nvPr/>
          </p:nvGrpSpPr>
          <p:grpSpPr>
            <a:xfrm>
              <a:off x="6419268" y="2175276"/>
              <a:ext cx="3428123" cy="2427848"/>
              <a:chOff x="6419268" y="2175276"/>
              <a:chExt cx="3428123" cy="2427848"/>
            </a:xfrm>
          </p:grpSpPr>
          <p:sp>
            <p:nvSpPr>
              <p:cNvPr id="258" name="Google Shape;258;p34"/>
              <p:cNvSpPr/>
              <p:nvPr/>
            </p:nvSpPr>
            <p:spPr>
              <a:xfrm>
                <a:off x="6825596" y="2683536"/>
                <a:ext cx="2463278" cy="1555605"/>
              </a:xfrm>
              <a:custGeom>
                <a:avLst/>
                <a:gdLst/>
                <a:ahLst/>
                <a:cxnLst/>
                <a:rect l="l" t="t" r="r" b="b"/>
                <a:pathLst>
                  <a:path w="109479" h="69138" extrusionOk="0">
                    <a:moveTo>
                      <a:pt x="4971" y="1"/>
                    </a:moveTo>
                    <a:cubicBezTo>
                      <a:pt x="2238" y="1"/>
                      <a:pt x="0" y="2237"/>
                      <a:pt x="0" y="4972"/>
                    </a:cubicBezTo>
                    <a:lnTo>
                      <a:pt x="0" y="64165"/>
                    </a:lnTo>
                    <a:cubicBezTo>
                      <a:pt x="0" y="66900"/>
                      <a:pt x="2237" y="69137"/>
                      <a:pt x="4971" y="69137"/>
                    </a:cubicBezTo>
                    <a:lnTo>
                      <a:pt x="104507" y="69137"/>
                    </a:lnTo>
                    <a:cubicBezTo>
                      <a:pt x="107241" y="69137"/>
                      <a:pt x="109479" y="66900"/>
                      <a:pt x="109479" y="64165"/>
                    </a:cubicBezTo>
                    <a:lnTo>
                      <a:pt x="109479" y="4972"/>
                    </a:lnTo>
                    <a:cubicBezTo>
                      <a:pt x="109479" y="2238"/>
                      <a:pt x="107243" y="1"/>
                      <a:pt x="104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4"/>
              <p:cNvSpPr/>
              <p:nvPr/>
            </p:nvSpPr>
            <p:spPr>
              <a:xfrm>
                <a:off x="6825528" y="3851398"/>
                <a:ext cx="2463323" cy="387765"/>
              </a:xfrm>
              <a:custGeom>
                <a:avLst/>
                <a:gdLst/>
                <a:ahLst/>
                <a:cxnLst/>
                <a:rect l="l" t="t" r="r" b="b"/>
                <a:pathLst>
                  <a:path w="109481" h="17234" extrusionOk="0">
                    <a:moveTo>
                      <a:pt x="1" y="1"/>
                    </a:moveTo>
                    <a:lnTo>
                      <a:pt x="1" y="12261"/>
                    </a:lnTo>
                    <a:cubicBezTo>
                      <a:pt x="1" y="14996"/>
                      <a:pt x="2240" y="17234"/>
                      <a:pt x="4972" y="17234"/>
                    </a:cubicBezTo>
                    <a:lnTo>
                      <a:pt x="104509" y="17234"/>
                    </a:lnTo>
                    <a:cubicBezTo>
                      <a:pt x="107244" y="17234"/>
                      <a:pt x="109481" y="14996"/>
                      <a:pt x="109481" y="12261"/>
                    </a:cubicBezTo>
                    <a:lnTo>
                      <a:pt x="1094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34"/>
              <p:cNvSpPr/>
              <p:nvPr/>
            </p:nvSpPr>
            <p:spPr>
              <a:xfrm>
                <a:off x="6889901" y="2748696"/>
                <a:ext cx="2334645" cy="1046768"/>
              </a:xfrm>
              <a:custGeom>
                <a:avLst/>
                <a:gdLst/>
                <a:ahLst/>
                <a:cxnLst/>
                <a:rect l="l" t="t" r="r" b="b"/>
                <a:pathLst>
                  <a:path w="103762" h="46523" extrusionOk="0">
                    <a:moveTo>
                      <a:pt x="1598" y="1"/>
                    </a:moveTo>
                    <a:cubicBezTo>
                      <a:pt x="719" y="1"/>
                      <a:pt x="1" y="720"/>
                      <a:pt x="1" y="1600"/>
                    </a:cubicBezTo>
                    <a:lnTo>
                      <a:pt x="1" y="44925"/>
                    </a:lnTo>
                    <a:cubicBezTo>
                      <a:pt x="1" y="45804"/>
                      <a:pt x="719" y="46523"/>
                      <a:pt x="1598" y="46523"/>
                    </a:cubicBezTo>
                    <a:lnTo>
                      <a:pt x="102162" y="46523"/>
                    </a:lnTo>
                    <a:cubicBezTo>
                      <a:pt x="103042" y="46523"/>
                      <a:pt x="103761" y="45804"/>
                      <a:pt x="103761" y="44925"/>
                    </a:cubicBezTo>
                    <a:lnTo>
                      <a:pt x="103761" y="1600"/>
                    </a:lnTo>
                    <a:cubicBezTo>
                      <a:pt x="103761" y="720"/>
                      <a:pt x="103042" y="1"/>
                      <a:pt x="1021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4"/>
              <p:cNvSpPr/>
              <p:nvPr/>
            </p:nvSpPr>
            <p:spPr>
              <a:xfrm>
                <a:off x="7451928" y="4474648"/>
                <a:ext cx="1210613" cy="63945"/>
              </a:xfrm>
              <a:custGeom>
                <a:avLst/>
                <a:gdLst/>
                <a:ahLst/>
                <a:cxnLst/>
                <a:rect l="l" t="t" r="r" b="b"/>
                <a:pathLst>
                  <a:path w="53805" h="2842" extrusionOk="0">
                    <a:moveTo>
                      <a:pt x="1" y="1"/>
                    </a:moveTo>
                    <a:lnTo>
                      <a:pt x="1" y="2841"/>
                    </a:lnTo>
                    <a:lnTo>
                      <a:pt x="53805" y="2841"/>
                    </a:lnTo>
                    <a:lnTo>
                      <a:pt x="538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4"/>
              <p:cNvSpPr/>
              <p:nvPr/>
            </p:nvSpPr>
            <p:spPr>
              <a:xfrm>
                <a:off x="7609743" y="4239118"/>
                <a:ext cx="894960" cy="235553"/>
              </a:xfrm>
              <a:custGeom>
                <a:avLst/>
                <a:gdLst/>
                <a:ahLst/>
                <a:cxnLst/>
                <a:rect l="l" t="t" r="r" b="b"/>
                <a:pathLst>
                  <a:path w="39776" h="10469" extrusionOk="0">
                    <a:moveTo>
                      <a:pt x="0" y="0"/>
                    </a:moveTo>
                    <a:lnTo>
                      <a:pt x="0" y="10469"/>
                    </a:lnTo>
                    <a:lnTo>
                      <a:pt x="39776" y="10469"/>
                    </a:lnTo>
                    <a:lnTo>
                      <a:pt x="3977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4"/>
              <p:cNvSpPr/>
              <p:nvPr/>
            </p:nvSpPr>
            <p:spPr>
              <a:xfrm>
                <a:off x="7609743" y="4239118"/>
                <a:ext cx="894960" cy="135675"/>
              </a:xfrm>
              <a:custGeom>
                <a:avLst/>
                <a:gdLst/>
                <a:ahLst/>
                <a:cxnLst/>
                <a:rect l="l" t="t" r="r" b="b"/>
                <a:pathLst>
                  <a:path w="39776" h="6030" extrusionOk="0">
                    <a:moveTo>
                      <a:pt x="0" y="0"/>
                    </a:moveTo>
                    <a:lnTo>
                      <a:pt x="0" y="1945"/>
                    </a:lnTo>
                    <a:lnTo>
                      <a:pt x="39776" y="6030"/>
                    </a:lnTo>
                    <a:lnTo>
                      <a:pt x="397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4"/>
              <p:cNvSpPr/>
              <p:nvPr/>
            </p:nvSpPr>
            <p:spPr>
              <a:xfrm>
                <a:off x="8869338" y="3487056"/>
                <a:ext cx="978052" cy="558180"/>
              </a:xfrm>
              <a:custGeom>
                <a:avLst/>
                <a:gdLst/>
                <a:ahLst/>
                <a:cxnLst/>
                <a:rect l="l" t="t" r="r" b="b"/>
                <a:pathLst>
                  <a:path w="43469" h="24808" extrusionOk="0">
                    <a:moveTo>
                      <a:pt x="0" y="1"/>
                    </a:moveTo>
                    <a:lnTo>
                      <a:pt x="0" y="24808"/>
                    </a:lnTo>
                    <a:lnTo>
                      <a:pt x="43469" y="24808"/>
                    </a:lnTo>
                    <a:lnTo>
                      <a:pt x="4346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4"/>
              <p:cNvSpPr/>
              <p:nvPr/>
            </p:nvSpPr>
            <p:spPr>
              <a:xfrm>
                <a:off x="8869338" y="3487056"/>
                <a:ext cx="978052" cy="81225"/>
              </a:xfrm>
              <a:custGeom>
                <a:avLst/>
                <a:gdLst/>
                <a:ahLst/>
                <a:cxnLst/>
                <a:rect l="l" t="t" r="r" b="b"/>
                <a:pathLst>
                  <a:path w="43469" h="3610" extrusionOk="0">
                    <a:moveTo>
                      <a:pt x="0" y="1"/>
                    </a:moveTo>
                    <a:lnTo>
                      <a:pt x="0" y="3609"/>
                    </a:lnTo>
                    <a:lnTo>
                      <a:pt x="43469" y="3609"/>
                    </a:lnTo>
                    <a:lnTo>
                      <a:pt x="434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4"/>
              <p:cNvSpPr/>
              <p:nvPr/>
            </p:nvSpPr>
            <p:spPr>
              <a:xfrm>
                <a:off x="8898588" y="3514956"/>
                <a:ext cx="23445" cy="23468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08"/>
                      <a:pt x="235" y="1043"/>
                      <a:pt x="521" y="1043"/>
                    </a:cubicBezTo>
                    <a:cubicBezTo>
                      <a:pt x="807" y="1043"/>
                      <a:pt x="1042" y="808"/>
                      <a:pt x="1042" y="522"/>
                    </a:cubicBezTo>
                    <a:cubicBezTo>
                      <a:pt x="1042" y="234"/>
                      <a:pt x="807" y="0"/>
                      <a:pt x="5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4"/>
              <p:cNvSpPr/>
              <p:nvPr/>
            </p:nvSpPr>
            <p:spPr>
              <a:xfrm>
                <a:off x="8942643" y="3514956"/>
                <a:ext cx="23490" cy="23468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3" extrusionOk="0">
                    <a:moveTo>
                      <a:pt x="522" y="0"/>
                    </a:moveTo>
                    <a:cubicBezTo>
                      <a:pt x="234" y="0"/>
                      <a:pt x="1" y="234"/>
                      <a:pt x="1" y="522"/>
                    </a:cubicBezTo>
                    <a:cubicBezTo>
                      <a:pt x="1" y="808"/>
                      <a:pt x="235" y="1043"/>
                      <a:pt x="522" y="1043"/>
                    </a:cubicBezTo>
                    <a:cubicBezTo>
                      <a:pt x="810" y="1043"/>
                      <a:pt x="1044" y="808"/>
                      <a:pt x="1044" y="522"/>
                    </a:cubicBezTo>
                    <a:cubicBezTo>
                      <a:pt x="1044" y="234"/>
                      <a:pt x="810" y="0"/>
                      <a:pt x="5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4"/>
              <p:cNvSpPr/>
              <p:nvPr/>
            </p:nvSpPr>
            <p:spPr>
              <a:xfrm>
                <a:off x="8986788" y="3514956"/>
                <a:ext cx="23445" cy="23468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3" extrusionOk="0">
                    <a:moveTo>
                      <a:pt x="521" y="0"/>
                    </a:moveTo>
                    <a:cubicBezTo>
                      <a:pt x="232" y="0"/>
                      <a:pt x="0" y="234"/>
                      <a:pt x="0" y="522"/>
                    </a:cubicBezTo>
                    <a:cubicBezTo>
                      <a:pt x="0" y="808"/>
                      <a:pt x="232" y="1043"/>
                      <a:pt x="521" y="1043"/>
                    </a:cubicBezTo>
                    <a:cubicBezTo>
                      <a:pt x="808" y="1043"/>
                      <a:pt x="1042" y="808"/>
                      <a:pt x="1042" y="522"/>
                    </a:cubicBezTo>
                    <a:cubicBezTo>
                      <a:pt x="1042" y="234"/>
                      <a:pt x="808" y="0"/>
                      <a:pt x="5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4"/>
              <p:cNvSpPr/>
              <p:nvPr/>
            </p:nvSpPr>
            <p:spPr>
              <a:xfrm>
                <a:off x="8967528" y="3662691"/>
                <a:ext cx="269280" cy="269257"/>
              </a:xfrm>
              <a:custGeom>
                <a:avLst/>
                <a:gdLst/>
                <a:ahLst/>
                <a:cxnLst/>
                <a:rect l="l" t="t" r="r" b="b"/>
                <a:pathLst>
                  <a:path w="11968" h="11967" extrusionOk="0">
                    <a:moveTo>
                      <a:pt x="5983" y="1"/>
                    </a:moveTo>
                    <a:cubicBezTo>
                      <a:pt x="2678" y="1"/>
                      <a:pt x="1" y="2678"/>
                      <a:pt x="1" y="5983"/>
                    </a:cubicBezTo>
                    <a:cubicBezTo>
                      <a:pt x="1" y="9288"/>
                      <a:pt x="2678" y="11967"/>
                      <a:pt x="5983" y="11967"/>
                    </a:cubicBezTo>
                    <a:cubicBezTo>
                      <a:pt x="9289" y="11967"/>
                      <a:pt x="11967" y="9287"/>
                      <a:pt x="11967" y="5983"/>
                    </a:cubicBezTo>
                    <a:cubicBezTo>
                      <a:pt x="11967" y="2679"/>
                      <a:pt x="9289" y="1"/>
                      <a:pt x="59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4"/>
              <p:cNvSpPr/>
              <p:nvPr/>
            </p:nvSpPr>
            <p:spPr>
              <a:xfrm>
                <a:off x="9068868" y="3731698"/>
                <a:ext cx="66600" cy="131175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5830" extrusionOk="0">
                    <a:moveTo>
                      <a:pt x="1479" y="1"/>
                    </a:moveTo>
                    <a:cubicBezTo>
                      <a:pt x="661" y="1"/>
                      <a:pt x="1" y="663"/>
                      <a:pt x="1" y="1481"/>
                    </a:cubicBezTo>
                    <a:cubicBezTo>
                      <a:pt x="1" y="2066"/>
                      <a:pt x="343" y="2570"/>
                      <a:pt x="838" y="2807"/>
                    </a:cubicBezTo>
                    <a:lnTo>
                      <a:pt x="100" y="5579"/>
                    </a:lnTo>
                    <a:cubicBezTo>
                      <a:pt x="73" y="5716"/>
                      <a:pt x="167" y="5830"/>
                      <a:pt x="307" y="5830"/>
                    </a:cubicBezTo>
                    <a:lnTo>
                      <a:pt x="2650" y="5830"/>
                    </a:lnTo>
                    <a:cubicBezTo>
                      <a:pt x="2792" y="5830"/>
                      <a:pt x="2883" y="5717"/>
                      <a:pt x="2858" y="5579"/>
                    </a:cubicBezTo>
                    <a:lnTo>
                      <a:pt x="2123" y="2807"/>
                    </a:lnTo>
                    <a:cubicBezTo>
                      <a:pt x="2615" y="2568"/>
                      <a:pt x="2959" y="2066"/>
                      <a:pt x="2959" y="1481"/>
                    </a:cubicBezTo>
                    <a:cubicBezTo>
                      <a:pt x="2959" y="665"/>
                      <a:pt x="2297" y="1"/>
                      <a:pt x="14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4"/>
              <p:cNvSpPr/>
              <p:nvPr/>
            </p:nvSpPr>
            <p:spPr>
              <a:xfrm>
                <a:off x="9312633" y="3654186"/>
                <a:ext cx="239850" cy="16672"/>
              </a:xfrm>
              <a:custGeom>
                <a:avLst/>
                <a:gdLst/>
                <a:ahLst/>
                <a:cxnLst/>
                <a:rect l="l" t="t" r="r" b="b"/>
                <a:pathLst>
                  <a:path w="10660" h="741" extrusionOk="0">
                    <a:moveTo>
                      <a:pt x="0" y="1"/>
                    </a:moveTo>
                    <a:lnTo>
                      <a:pt x="0" y="741"/>
                    </a:lnTo>
                    <a:lnTo>
                      <a:pt x="10659" y="741"/>
                    </a:lnTo>
                    <a:lnTo>
                      <a:pt x="1065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4"/>
              <p:cNvSpPr/>
              <p:nvPr/>
            </p:nvSpPr>
            <p:spPr>
              <a:xfrm>
                <a:off x="9312633" y="3698331"/>
                <a:ext cx="432810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19236" h="738" extrusionOk="0">
                    <a:moveTo>
                      <a:pt x="0" y="0"/>
                    </a:moveTo>
                    <a:lnTo>
                      <a:pt x="0" y="738"/>
                    </a:lnTo>
                    <a:lnTo>
                      <a:pt x="19235" y="738"/>
                    </a:lnTo>
                    <a:lnTo>
                      <a:pt x="1923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4"/>
              <p:cNvSpPr/>
              <p:nvPr/>
            </p:nvSpPr>
            <p:spPr>
              <a:xfrm>
                <a:off x="9312633" y="3758451"/>
                <a:ext cx="432855" cy="92857"/>
              </a:xfrm>
              <a:custGeom>
                <a:avLst/>
                <a:gdLst/>
                <a:ahLst/>
                <a:cxnLst/>
                <a:rect l="l" t="t" r="r" b="b"/>
                <a:pathLst>
                  <a:path w="19238" h="4127" extrusionOk="0">
                    <a:moveTo>
                      <a:pt x="2780" y="0"/>
                    </a:moveTo>
                    <a:cubicBezTo>
                      <a:pt x="1250" y="0"/>
                      <a:pt x="0" y="928"/>
                      <a:pt x="0" y="2063"/>
                    </a:cubicBezTo>
                    <a:cubicBezTo>
                      <a:pt x="0" y="3198"/>
                      <a:pt x="1250" y="4127"/>
                      <a:pt x="2780" y="4127"/>
                    </a:cubicBezTo>
                    <a:lnTo>
                      <a:pt x="16459" y="4127"/>
                    </a:lnTo>
                    <a:cubicBezTo>
                      <a:pt x="17986" y="4127"/>
                      <a:pt x="19238" y="3197"/>
                      <a:pt x="19238" y="2063"/>
                    </a:cubicBezTo>
                    <a:cubicBezTo>
                      <a:pt x="19238" y="929"/>
                      <a:pt x="17986" y="0"/>
                      <a:pt x="164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4"/>
              <p:cNvSpPr/>
              <p:nvPr/>
            </p:nvSpPr>
            <p:spPr>
              <a:xfrm>
                <a:off x="9411183" y="3797263"/>
                <a:ext cx="15210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75" extrusionOk="0">
                    <a:moveTo>
                      <a:pt x="339" y="1"/>
                    </a:moveTo>
                    <a:cubicBezTo>
                      <a:pt x="151" y="1"/>
                      <a:pt x="0" y="152"/>
                      <a:pt x="0" y="338"/>
                    </a:cubicBezTo>
                    <a:cubicBezTo>
                      <a:pt x="0" y="525"/>
                      <a:pt x="152" y="675"/>
                      <a:pt x="339" y="675"/>
                    </a:cubicBezTo>
                    <a:cubicBezTo>
                      <a:pt x="525" y="675"/>
                      <a:pt x="676" y="525"/>
                      <a:pt x="676" y="338"/>
                    </a:cubicBezTo>
                    <a:cubicBezTo>
                      <a:pt x="676" y="152"/>
                      <a:pt x="525" y="2"/>
                      <a:pt x="3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4"/>
              <p:cNvSpPr/>
              <p:nvPr/>
            </p:nvSpPr>
            <p:spPr>
              <a:xfrm>
                <a:off x="9455283" y="3797263"/>
                <a:ext cx="15188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5" extrusionOk="0">
                    <a:moveTo>
                      <a:pt x="337" y="1"/>
                    </a:moveTo>
                    <a:cubicBezTo>
                      <a:pt x="152" y="1"/>
                      <a:pt x="0" y="152"/>
                      <a:pt x="0" y="338"/>
                    </a:cubicBezTo>
                    <a:cubicBezTo>
                      <a:pt x="0" y="525"/>
                      <a:pt x="152" y="675"/>
                      <a:pt x="337" y="675"/>
                    </a:cubicBezTo>
                    <a:cubicBezTo>
                      <a:pt x="526" y="675"/>
                      <a:pt x="674" y="525"/>
                      <a:pt x="674" y="338"/>
                    </a:cubicBezTo>
                    <a:cubicBezTo>
                      <a:pt x="674" y="152"/>
                      <a:pt x="526" y="2"/>
                      <a:pt x="3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4"/>
              <p:cNvSpPr/>
              <p:nvPr/>
            </p:nvSpPr>
            <p:spPr>
              <a:xfrm>
                <a:off x="9499406" y="3797263"/>
                <a:ext cx="15210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75" extrusionOk="0">
                    <a:moveTo>
                      <a:pt x="339" y="1"/>
                    </a:moveTo>
                    <a:cubicBezTo>
                      <a:pt x="151" y="1"/>
                      <a:pt x="0" y="152"/>
                      <a:pt x="0" y="338"/>
                    </a:cubicBezTo>
                    <a:cubicBezTo>
                      <a:pt x="0" y="525"/>
                      <a:pt x="152" y="675"/>
                      <a:pt x="339" y="675"/>
                    </a:cubicBezTo>
                    <a:cubicBezTo>
                      <a:pt x="526" y="675"/>
                      <a:pt x="676" y="525"/>
                      <a:pt x="676" y="338"/>
                    </a:cubicBezTo>
                    <a:cubicBezTo>
                      <a:pt x="676" y="152"/>
                      <a:pt x="525" y="2"/>
                      <a:pt x="3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4"/>
              <p:cNvSpPr/>
              <p:nvPr/>
            </p:nvSpPr>
            <p:spPr>
              <a:xfrm>
                <a:off x="9543528" y="3797263"/>
                <a:ext cx="15165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675" extrusionOk="0">
                    <a:moveTo>
                      <a:pt x="338" y="1"/>
                    </a:moveTo>
                    <a:cubicBezTo>
                      <a:pt x="151" y="1"/>
                      <a:pt x="1" y="152"/>
                      <a:pt x="1" y="338"/>
                    </a:cubicBezTo>
                    <a:cubicBezTo>
                      <a:pt x="1" y="525"/>
                      <a:pt x="153" y="675"/>
                      <a:pt x="338" y="675"/>
                    </a:cubicBezTo>
                    <a:cubicBezTo>
                      <a:pt x="525" y="675"/>
                      <a:pt x="673" y="525"/>
                      <a:pt x="673" y="338"/>
                    </a:cubicBezTo>
                    <a:cubicBezTo>
                      <a:pt x="673" y="152"/>
                      <a:pt x="525" y="2"/>
                      <a:pt x="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4"/>
              <p:cNvSpPr/>
              <p:nvPr/>
            </p:nvSpPr>
            <p:spPr>
              <a:xfrm>
                <a:off x="9587606" y="3797263"/>
                <a:ext cx="15210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75" extrusionOk="0">
                    <a:moveTo>
                      <a:pt x="337" y="1"/>
                    </a:moveTo>
                    <a:cubicBezTo>
                      <a:pt x="151" y="1"/>
                      <a:pt x="0" y="152"/>
                      <a:pt x="0" y="338"/>
                    </a:cubicBezTo>
                    <a:cubicBezTo>
                      <a:pt x="0" y="525"/>
                      <a:pt x="151" y="675"/>
                      <a:pt x="337" y="675"/>
                    </a:cubicBezTo>
                    <a:cubicBezTo>
                      <a:pt x="526" y="675"/>
                      <a:pt x="676" y="525"/>
                      <a:pt x="676" y="338"/>
                    </a:cubicBezTo>
                    <a:cubicBezTo>
                      <a:pt x="676" y="152"/>
                      <a:pt x="526" y="2"/>
                      <a:pt x="3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4"/>
              <p:cNvSpPr/>
              <p:nvPr/>
            </p:nvSpPr>
            <p:spPr>
              <a:xfrm>
                <a:off x="9631728" y="3797263"/>
                <a:ext cx="15188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5" extrusionOk="0">
                    <a:moveTo>
                      <a:pt x="338" y="1"/>
                    </a:moveTo>
                    <a:cubicBezTo>
                      <a:pt x="153" y="1"/>
                      <a:pt x="1" y="152"/>
                      <a:pt x="1" y="338"/>
                    </a:cubicBezTo>
                    <a:cubicBezTo>
                      <a:pt x="1" y="525"/>
                      <a:pt x="153" y="675"/>
                      <a:pt x="338" y="675"/>
                    </a:cubicBezTo>
                    <a:cubicBezTo>
                      <a:pt x="524" y="675"/>
                      <a:pt x="675" y="525"/>
                      <a:pt x="675" y="338"/>
                    </a:cubicBezTo>
                    <a:cubicBezTo>
                      <a:pt x="675" y="152"/>
                      <a:pt x="526" y="2"/>
                      <a:pt x="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4"/>
              <p:cNvSpPr/>
              <p:nvPr/>
            </p:nvSpPr>
            <p:spPr>
              <a:xfrm>
                <a:off x="9312633" y="3899548"/>
                <a:ext cx="203220" cy="60907"/>
              </a:xfrm>
              <a:custGeom>
                <a:avLst/>
                <a:gdLst/>
                <a:ahLst/>
                <a:cxnLst/>
                <a:rect l="l" t="t" r="r" b="b"/>
                <a:pathLst>
                  <a:path w="9032" h="2707" extrusionOk="0">
                    <a:moveTo>
                      <a:pt x="0" y="1"/>
                    </a:moveTo>
                    <a:lnTo>
                      <a:pt x="0" y="2707"/>
                    </a:lnTo>
                    <a:lnTo>
                      <a:pt x="9031" y="2707"/>
                    </a:lnTo>
                    <a:lnTo>
                      <a:pt x="903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4"/>
              <p:cNvSpPr/>
              <p:nvPr/>
            </p:nvSpPr>
            <p:spPr>
              <a:xfrm>
                <a:off x="9339161" y="3921666"/>
                <a:ext cx="15016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740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6674" y="739"/>
                    </a:lnTo>
                    <a:lnTo>
                      <a:pt x="66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4"/>
              <p:cNvSpPr/>
              <p:nvPr/>
            </p:nvSpPr>
            <p:spPr>
              <a:xfrm>
                <a:off x="9034466" y="2311926"/>
                <a:ext cx="609682" cy="690503"/>
              </a:xfrm>
              <a:custGeom>
                <a:avLst/>
                <a:gdLst/>
                <a:ahLst/>
                <a:cxnLst/>
                <a:rect l="l" t="t" r="r" b="b"/>
                <a:pathLst>
                  <a:path w="27097" h="30689" extrusionOk="0">
                    <a:moveTo>
                      <a:pt x="1" y="1"/>
                    </a:moveTo>
                    <a:lnTo>
                      <a:pt x="1" y="30688"/>
                    </a:lnTo>
                    <a:lnTo>
                      <a:pt x="27097" y="30688"/>
                    </a:lnTo>
                    <a:lnTo>
                      <a:pt x="27097" y="6594"/>
                    </a:lnTo>
                    <a:lnTo>
                      <a:pt x="2099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4"/>
              <p:cNvSpPr/>
              <p:nvPr/>
            </p:nvSpPr>
            <p:spPr>
              <a:xfrm>
                <a:off x="9506876" y="2311926"/>
                <a:ext cx="137273" cy="14836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594" extrusionOk="0">
                    <a:moveTo>
                      <a:pt x="0" y="1"/>
                    </a:moveTo>
                    <a:lnTo>
                      <a:pt x="0" y="6594"/>
                    </a:lnTo>
                    <a:lnTo>
                      <a:pt x="6101" y="659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4"/>
              <p:cNvSpPr/>
              <p:nvPr/>
            </p:nvSpPr>
            <p:spPr>
              <a:xfrm>
                <a:off x="9100728" y="2413468"/>
                <a:ext cx="342293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1521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15212" y="862"/>
                    </a:lnTo>
                    <a:lnTo>
                      <a:pt x="152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4"/>
              <p:cNvSpPr/>
              <p:nvPr/>
            </p:nvSpPr>
            <p:spPr>
              <a:xfrm>
                <a:off x="9100728" y="2481913"/>
                <a:ext cx="342293" cy="19463"/>
              </a:xfrm>
              <a:custGeom>
                <a:avLst/>
                <a:gdLst/>
                <a:ahLst/>
                <a:cxnLst/>
                <a:rect l="l" t="t" r="r" b="b"/>
                <a:pathLst>
                  <a:path w="15213" h="865" extrusionOk="0">
                    <a:moveTo>
                      <a:pt x="0" y="1"/>
                    </a:moveTo>
                    <a:lnTo>
                      <a:pt x="0" y="865"/>
                    </a:lnTo>
                    <a:lnTo>
                      <a:pt x="15212" y="865"/>
                    </a:lnTo>
                    <a:lnTo>
                      <a:pt x="152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4"/>
              <p:cNvSpPr/>
              <p:nvPr/>
            </p:nvSpPr>
            <p:spPr>
              <a:xfrm>
                <a:off x="9100728" y="2550381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4"/>
              <p:cNvSpPr/>
              <p:nvPr/>
            </p:nvSpPr>
            <p:spPr>
              <a:xfrm>
                <a:off x="9100728" y="2618826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4"/>
              <p:cNvSpPr/>
              <p:nvPr/>
            </p:nvSpPr>
            <p:spPr>
              <a:xfrm>
                <a:off x="9100728" y="2687271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4"/>
              <p:cNvSpPr/>
              <p:nvPr/>
            </p:nvSpPr>
            <p:spPr>
              <a:xfrm>
                <a:off x="9100728" y="2755738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4"/>
              <p:cNvSpPr/>
              <p:nvPr/>
            </p:nvSpPr>
            <p:spPr>
              <a:xfrm>
                <a:off x="9100728" y="2824183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4"/>
              <p:cNvSpPr/>
              <p:nvPr/>
            </p:nvSpPr>
            <p:spPr>
              <a:xfrm>
                <a:off x="9100728" y="2892628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4"/>
              <p:cNvSpPr/>
              <p:nvPr/>
            </p:nvSpPr>
            <p:spPr>
              <a:xfrm>
                <a:off x="6493383" y="3609546"/>
                <a:ext cx="670410" cy="426938"/>
              </a:xfrm>
              <a:custGeom>
                <a:avLst/>
                <a:gdLst/>
                <a:ahLst/>
                <a:cxnLst/>
                <a:rect l="l" t="t" r="r" b="b"/>
                <a:pathLst>
                  <a:path w="29796" h="18975" extrusionOk="0">
                    <a:moveTo>
                      <a:pt x="1" y="1"/>
                    </a:moveTo>
                    <a:lnTo>
                      <a:pt x="1" y="18975"/>
                    </a:lnTo>
                    <a:lnTo>
                      <a:pt x="29795" y="18975"/>
                    </a:lnTo>
                    <a:lnTo>
                      <a:pt x="297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4"/>
              <p:cNvSpPr/>
              <p:nvPr/>
            </p:nvSpPr>
            <p:spPr>
              <a:xfrm>
                <a:off x="6493383" y="3609546"/>
                <a:ext cx="670410" cy="286605"/>
              </a:xfrm>
              <a:custGeom>
                <a:avLst/>
                <a:gdLst/>
                <a:ahLst/>
                <a:cxnLst/>
                <a:rect l="l" t="t" r="r" b="b"/>
                <a:pathLst>
                  <a:path w="29796" h="12738" extrusionOk="0">
                    <a:moveTo>
                      <a:pt x="1" y="1"/>
                    </a:moveTo>
                    <a:lnTo>
                      <a:pt x="14900" y="12737"/>
                    </a:lnTo>
                    <a:lnTo>
                      <a:pt x="2979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4"/>
              <p:cNvSpPr/>
              <p:nvPr/>
            </p:nvSpPr>
            <p:spPr>
              <a:xfrm>
                <a:off x="6493383" y="3739371"/>
                <a:ext cx="329175" cy="297113"/>
              </a:xfrm>
              <a:custGeom>
                <a:avLst/>
                <a:gdLst/>
                <a:ahLst/>
                <a:cxnLst/>
                <a:rect l="l" t="t" r="r" b="b"/>
                <a:pathLst>
                  <a:path w="14630" h="13205" extrusionOk="0">
                    <a:moveTo>
                      <a:pt x="13722" y="1"/>
                    </a:moveTo>
                    <a:cubicBezTo>
                      <a:pt x="13585" y="1"/>
                      <a:pt x="13444" y="50"/>
                      <a:pt x="13316" y="168"/>
                    </a:cubicBezTo>
                    <a:cubicBezTo>
                      <a:pt x="8877" y="4239"/>
                      <a:pt x="4441" y="8308"/>
                      <a:pt x="1" y="12379"/>
                    </a:cubicBezTo>
                    <a:lnTo>
                      <a:pt x="1" y="13205"/>
                    </a:lnTo>
                    <a:lnTo>
                      <a:pt x="903" y="13205"/>
                    </a:lnTo>
                    <a:cubicBezTo>
                      <a:pt x="5328" y="9144"/>
                      <a:pt x="9752" y="5089"/>
                      <a:pt x="14178" y="1028"/>
                    </a:cubicBezTo>
                    <a:cubicBezTo>
                      <a:pt x="14629" y="614"/>
                      <a:pt x="14205" y="1"/>
                      <a:pt x="137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4"/>
              <p:cNvSpPr/>
              <p:nvPr/>
            </p:nvSpPr>
            <p:spPr>
              <a:xfrm>
                <a:off x="6866816" y="3386143"/>
                <a:ext cx="505282" cy="460350"/>
              </a:xfrm>
              <a:custGeom>
                <a:avLst/>
                <a:gdLst/>
                <a:ahLst/>
                <a:cxnLst/>
                <a:rect l="l" t="t" r="r" b="b"/>
                <a:pathLst>
                  <a:path w="22457" h="20460" extrusionOk="0">
                    <a:moveTo>
                      <a:pt x="11226" y="2319"/>
                    </a:moveTo>
                    <a:cubicBezTo>
                      <a:pt x="13251" y="2319"/>
                      <a:pt x="15275" y="3090"/>
                      <a:pt x="16820" y="4634"/>
                    </a:cubicBezTo>
                    <a:cubicBezTo>
                      <a:pt x="19910" y="7726"/>
                      <a:pt x="19910" y="12734"/>
                      <a:pt x="16820" y="15821"/>
                    </a:cubicBezTo>
                    <a:cubicBezTo>
                      <a:pt x="15275" y="17366"/>
                      <a:pt x="13250" y="18138"/>
                      <a:pt x="11225" y="18138"/>
                    </a:cubicBezTo>
                    <a:cubicBezTo>
                      <a:pt x="9201" y="18138"/>
                      <a:pt x="7177" y="17367"/>
                      <a:pt x="5633" y="15822"/>
                    </a:cubicBezTo>
                    <a:cubicBezTo>
                      <a:pt x="2546" y="12734"/>
                      <a:pt x="2546" y="7726"/>
                      <a:pt x="5633" y="4634"/>
                    </a:cubicBezTo>
                    <a:cubicBezTo>
                      <a:pt x="7178" y="3090"/>
                      <a:pt x="9202" y="2319"/>
                      <a:pt x="11226" y="2319"/>
                    </a:cubicBezTo>
                    <a:close/>
                    <a:moveTo>
                      <a:pt x="11226" y="0"/>
                    </a:moveTo>
                    <a:cubicBezTo>
                      <a:pt x="8608" y="0"/>
                      <a:pt x="5991" y="998"/>
                      <a:pt x="3994" y="2995"/>
                    </a:cubicBezTo>
                    <a:cubicBezTo>
                      <a:pt x="0" y="6991"/>
                      <a:pt x="0" y="13467"/>
                      <a:pt x="3994" y="17463"/>
                    </a:cubicBezTo>
                    <a:cubicBezTo>
                      <a:pt x="5991" y="19461"/>
                      <a:pt x="8610" y="20459"/>
                      <a:pt x="11228" y="20459"/>
                    </a:cubicBezTo>
                    <a:cubicBezTo>
                      <a:pt x="13846" y="20459"/>
                      <a:pt x="16465" y="19461"/>
                      <a:pt x="18462" y="17463"/>
                    </a:cubicBezTo>
                    <a:cubicBezTo>
                      <a:pt x="22457" y="13470"/>
                      <a:pt x="22457" y="6991"/>
                      <a:pt x="18462" y="2997"/>
                    </a:cubicBezTo>
                    <a:cubicBezTo>
                      <a:pt x="16463" y="999"/>
                      <a:pt x="13844" y="0"/>
                      <a:pt x="11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4"/>
              <p:cNvSpPr/>
              <p:nvPr/>
            </p:nvSpPr>
            <p:spPr>
              <a:xfrm>
                <a:off x="6924078" y="3438298"/>
                <a:ext cx="390735" cy="355972"/>
              </a:xfrm>
              <a:custGeom>
                <a:avLst/>
                <a:gdLst/>
                <a:ahLst/>
                <a:cxnLst/>
                <a:rect l="l" t="t" r="r" b="b"/>
                <a:pathLst>
                  <a:path w="17366" h="15821" extrusionOk="0">
                    <a:moveTo>
                      <a:pt x="8681" y="1"/>
                    </a:moveTo>
                    <a:cubicBezTo>
                      <a:pt x="6657" y="1"/>
                      <a:pt x="4633" y="772"/>
                      <a:pt x="3088" y="2316"/>
                    </a:cubicBezTo>
                    <a:cubicBezTo>
                      <a:pt x="1" y="5408"/>
                      <a:pt x="1" y="10416"/>
                      <a:pt x="3088" y="13504"/>
                    </a:cubicBezTo>
                    <a:cubicBezTo>
                      <a:pt x="4632" y="15049"/>
                      <a:pt x="6656" y="15820"/>
                      <a:pt x="8680" y="15820"/>
                    </a:cubicBezTo>
                    <a:cubicBezTo>
                      <a:pt x="10705" y="15820"/>
                      <a:pt x="12730" y="15048"/>
                      <a:pt x="14275" y="13503"/>
                    </a:cubicBezTo>
                    <a:cubicBezTo>
                      <a:pt x="17365" y="10416"/>
                      <a:pt x="17365" y="5408"/>
                      <a:pt x="14275" y="2316"/>
                    </a:cubicBezTo>
                    <a:cubicBezTo>
                      <a:pt x="12730" y="772"/>
                      <a:pt x="10706" y="1"/>
                      <a:pt x="86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34"/>
              <p:cNvSpPr/>
              <p:nvPr/>
            </p:nvSpPr>
            <p:spPr>
              <a:xfrm>
                <a:off x="7225241" y="3722136"/>
                <a:ext cx="226418" cy="226372"/>
              </a:xfrm>
              <a:custGeom>
                <a:avLst/>
                <a:gdLst/>
                <a:ahLst/>
                <a:cxnLst/>
                <a:rect l="l" t="t" r="r" b="b"/>
                <a:pathLst>
                  <a:path w="10063" h="10061" extrusionOk="0">
                    <a:moveTo>
                      <a:pt x="1782" y="0"/>
                    </a:moveTo>
                    <a:lnTo>
                      <a:pt x="1" y="1781"/>
                    </a:lnTo>
                    <a:lnTo>
                      <a:pt x="8282" y="10061"/>
                    </a:lnTo>
                    <a:lnTo>
                      <a:pt x="10063" y="8281"/>
                    </a:lnTo>
                    <a:lnTo>
                      <a:pt x="17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4"/>
              <p:cNvSpPr/>
              <p:nvPr/>
            </p:nvSpPr>
            <p:spPr>
              <a:xfrm>
                <a:off x="7371423" y="3868341"/>
                <a:ext cx="80235" cy="80168"/>
              </a:xfrm>
              <a:custGeom>
                <a:avLst/>
                <a:gdLst/>
                <a:ahLst/>
                <a:cxnLst/>
                <a:rect l="l" t="t" r="r" b="b"/>
                <a:pathLst>
                  <a:path w="3566" h="3563" extrusionOk="0">
                    <a:moveTo>
                      <a:pt x="1785" y="0"/>
                    </a:moveTo>
                    <a:lnTo>
                      <a:pt x="1" y="1783"/>
                    </a:lnTo>
                    <a:lnTo>
                      <a:pt x="1785" y="3563"/>
                    </a:lnTo>
                    <a:lnTo>
                      <a:pt x="3566" y="1783"/>
                    </a:lnTo>
                    <a:lnTo>
                      <a:pt x="178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4"/>
              <p:cNvSpPr/>
              <p:nvPr/>
            </p:nvSpPr>
            <p:spPr>
              <a:xfrm>
                <a:off x="7013088" y="3518848"/>
                <a:ext cx="212648" cy="190035"/>
              </a:xfrm>
              <a:custGeom>
                <a:avLst/>
                <a:gdLst/>
                <a:ahLst/>
                <a:cxnLst/>
                <a:rect l="l" t="t" r="r" b="b"/>
                <a:pathLst>
                  <a:path w="9451" h="8446" extrusionOk="0">
                    <a:moveTo>
                      <a:pt x="4726" y="1"/>
                    </a:moveTo>
                    <a:cubicBezTo>
                      <a:pt x="3911" y="1"/>
                      <a:pt x="3251" y="661"/>
                      <a:pt x="3251" y="1474"/>
                    </a:cubicBezTo>
                    <a:cubicBezTo>
                      <a:pt x="3251" y="1778"/>
                      <a:pt x="3343" y="2062"/>
                      <a:pt x="3503" y="2296"/>
                    </a:cubicBezTo>
                    <a:cubicBezTo>
                      <a:pt x="3299" y="2458"/>
                      <a:pt x="3113" y="2659"/>
                      <a:pt x="2953" y="2892"/>
                    </a:cubicBezTo>
                    <a:cubicBezTo>
                      <a:pt x="2359" y="2519"/>
                      <a:pt x="1766" y="2146"/>
                      <a:pt x="1172" y="1774"/>
                    </a:cubicBezTo>
                    <a:cubicBezTo>
                      <a:pt x="1125" y="1745"/>
                      <a:pt x="1080" y="1732"/>
                      <a:pt x="1037" y="1732"/>
                    </a:cubicBezTo>
                    <a:cubicBezTo>
                      <a:pt x="812" y="1732"/>
                      <a:pt x="666" y="2077"/>
                      <a:pt x="906" y="2228"/>
                    </a:cubicBezTo>
                    <a:cubicBezTo>
                      <a:pt x="1501" y="2602"/>
                      <a:pt x="2096" y="2974"/>
                      <a:pt x="2691" y="3348"/>
                    </a:cubicBezTo>
                    <a:cubicBezTo>
                      <a:pt x="2483" y="3785"/>
                      <a:pt x="2355" y="4293"/>
                      <a:pt x="2330" y="4840"/>
                    </a:cubicBezTo>
                    <a:cubicBezTo>
                      <a:pt x="1665" y="4771"/>
                      <a:pt x="1001" y="4701"/>
                      <a:pt x="337" y="4633"/>
                    </a:cubicBezTo>
                    <a:cubicBezTo>
                      <a:pt x="326" y="4631"/>
                      <a:pt x="315" y="4631"/>
                      <a:pt x="305" y="4631"/>
                    </a:cubicBezTo>
                    <a:cubicBezTo>
                      <a:pt x="1" y="4631"/>
                      <a:pt x="13" y="5124"/>
                      <a:pt x="337" y="5158"/>
                    </a:cubicBezTo>
                    <a:lnTo>
                      <a:pt x="2338" y="5367"/>
                    </a:lnTo>
                    <a:cubicBezTo>
                      <a:pt x="2374" y="5839"/>
                      <a:pt x="2490" y="6281"/>
                      <a:pt x="2663" y="6670"/>
                    </a:cubicBezTo>
                    <a:lnTo>
                      <a:pt x="1238" y="8001"/>
                    </a:lnTo>
                    <a:cubicBezTo>
                      <a:pt x="1045" y="8181"/>
                      <a:pt x="1227" y="8446"/>
                      <a:pt x="1434" y="8446"/>
                    </a:cubicBezTo>
                    <a:cubicBezTo>
                      <a:pt x="1494" y="8446"/>
                      <a:pt x="1555" y="8424"/>
                      <a:pt x="1610" y="8372"/>
                    </a:cubicBezTo>
                    <a:cubicBezTo>
                      <a:pt x="2049" y="7963"/>
                      <a:pt x="2488" y="7554"/>
                      <a:pt x="2927" y="7146"/>
                    </a:cubicBezTo>
                    <a:cubicBezTo>
                      <a:pt x="3366" y="7806"/>
                      <a:pt x="4010" y="8223"/>
                      <a:pt x="4726" y="8223"/>
                    </a:cubicBezTo>
                    <a:cubicBezTo>
                      <a:pt x="5442" y="8223"/>
                      <a:pt x="6084" y="7806"/>
                      <a:pt x="6525" y="7146"/>
                    </a:cubicBezTo>
                    <a:cubicBezTo>
                      <a:pt x="6963" y="7555"/>
                      <a:pt x="7401" y="7965"/>
                      <a:pt x="7841" y="8372"/>
                    </a:cubicBezTo>
                    <a:cubicBezTo>
                      <a:pt x="7896" y="8424"/>
                      <a:pt x="7957" y="8446"/>
                      <a:pt x="8017" y="8446"/>
                    </a:cubicBezTo>
                    <a:cubicBezTo>
                      <a:pt x="8224" y="8446"/>
                      <a:pt x="8407" y="8181"/>
                      <a:pt x="8214" y="8001"/>
                    </a:cubicBezTo>
                    <a:lnTo>
                      <a:pt x="6787" y="6671"/>
                    </a:lnTo>
                    <a:cubicBezTo>
                      <a:pt x="6963" y="6282"/>
                      <a:pt x="7077" y="5841"/>
                      <a:pt x="7114" y="5367"/>
                    </a:cubicBezTo>
                    <a:lnTo>
                      <a:pt x="9114" y="5158"/>
                    </a:lnTo>
                    <a:cubicBezTo>
                      <a:pt x="9438" y="5123"/>
                      <a:pt x="9451" y="4630"/>
                      <a:pt x="9146" y="4630"/>
                    </a:cubicBezTo>
                    <a:cubicBezTo>
                      <a:pt x="9136" y="4630"/>
                      <a:pt x="9125" y="4630"/>
                      <a:pt x="9114" y="4631"/>
                    </a:cubicBezTo>
                    <a:cubicBezTo>
                      <a:pt x="8450" y="4701"/>
                      <a:pt x="7785" y="4768"/>
                      <a:pt x="7121" y="4838"/>
                    </a:cubicBezTo>
                    <a:cubicBezTo>
                      <a:pt x="7096" y="4292"/>
                      <a:pt x="6967" y="3784"/>
                      <a:pt x="6760" y="3348"/>
                    </a:cubicBezTo>
                    <a:cubicBezTo>
                      <a:pt x="7356" y="2974"/>
                      <a:pt x="7951" y="2602"/>
                      <a:pt x="8546" y="2228"/>
                    </a:cubicBezTo>
                    <a:cubicBezTo>
                      <a:pt x="8786" y="2077"/>
                      <a:pt x="8640" y="1732"/>
                      <a:pt x="8415" y="1732"/>
                    </a:cubicBezTo>
                    <a:cubicBezTo>
                      <a:pt x="8372" y="1732"/>
                      <a:pt x="8326" y="1745"/>
                      <a:pt x="8279" y="1774"/>
                    </a:cubicBezTo>
                    <a:cubicBezTo>
                      <a:pt x="7685" y="2146"/>
                      <a:pt x="7091" y="2519"/>
                      <a:pt x="6498" y="2892"/>
                    </a:cubicBezTo>
                    <a:cubicBezTo>
                      <a:pt x="6337" y="2661"/>
                      <a:pt x="6154" y="2458"/>
                      <a:pt x="5948" y="2296"/>
                    </a:cubicBezTo>
                    <a:cubicBezTo>
                      <a:pt x="6107" y="2062"/>
                      <a:pt x="6200" y="1778"/>
                      <a:pt x="6200" y="1474"/>
                    </a:cubicBezTo>
                    <a:cubicBezTo>
                      <a:pt x="6200" y="661"/>
                      <a:pt x="5539" y="1"/>
                      <a:pt x="47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4"/>
              <p:cNvSpPr/>
              <p:nvPr/>
            </p:nvSpPr>
            <p:spPr>
              <a:xfrm>
                <a:off x="6559016" y="2352763"/>
                <a:ext cx="645502" cy="731115"/>
              </a:xfrm>
              <a:custGeom>
                <a:avLst/>
                <a:gdLst/>
                <a:ahLst/>
                <a:cxnLst/>
                <a:rect l="l" t="t" r="r" b="b"/>
                <a:pathLst>
                  <a:path w="28689" h="32494" extrusionOk="0">
                    <a:moveTo>
                      <a:pt x="0" y="0"/>
                    </a:moveTo>
                    <a:lnTo>
                      <a:pt x="0" y="32493"/>
                    </a:lnTo>
                    <a:lnTo>
                      <a:pt x="28689" y="32493"/>
                    </a:lnTo>
                    <a:lnTo>
                      <a:pt x="28689" y="6980"/>
                    </a:lnTo>
                    <a:lnTo>
                      <a:pt x="2223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4"/>
              <p:cNvSpPr/>
              <p:nvPr/>
            </p:nvSpPr>
            <p:spPr>
              <a:xfrm>
                <a:off x="7059168" y="2352763"/>
                <a:ext cx="145350" cy="157050"/>
              </a:xfrm>
              <a:custGeom>
                <a:avLst/>
                <a:gdLst/>
                <a:ahLst/>
                <a:cxnLst/>
                <a:rect l="l" t="t" r="r" b="b"/>
                <a:pathLst>
                  <a:path w="6460" h="6980" extrusionOk="0">
                    <a:moveTo>
                      <a:pt x="1" y="0"/>
                    </a:moveTo>
                    <a:lnTo>
                      <a:pt x="1" y="6980"/>
                    </a:lnTo>
                    <a:lnTo>
                      <a:pt x="6460" y="698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4"/>
              <p:cNvSpPr/>
              <p:nvPr/>
            </p:nvSpPr>
            <p:spPr>
              <a:xfrm>
                <a:off x="6629193" y="2460268"/>
                <a:ext cx="362385" cy="20520"/>
              </a:xfrm>
              <a:custGeom>
                <a:avLst/>
                <a:gdLst/>
                <a:ahLst/>
                <a:cxnLst/>
                <a:rect l="l" t="t" r="r" b="b"/>
                <a:pathLst>
                  <a:path w="16106" h="912" extrusionOk="0">
                    <a:moveTo>
                      <a:pt x="0" y="1"/>
                    </a:moveTo>
                    <a:lnTo>
                      <a:pt x="0" y="912"/>
                    </a:lnTo>
                    <a:lnTo>
                      <a:pt x="16105" y="912"/>
                    </a:lnTo>
                    <a:lnTo>
                      <a:pt x="161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4"/>
              <p:cNvSpPr/>
              <p:nvPr/>
            </p:nvSpPr>
            <p:spPr>
              <a:xfrm>
                <a:off x="6629193" y="2532741"/>
                <a:ext cx="36238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16106" h="913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6105" y="913"/>
                    </a:lnTo>
                    <a:lnTo>
                      <a:pt x="161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4"/>
              <p:cNvSpPr/>
              <p:nvPr/>
            </p:nvSpPr>
            <p:spPr>
              <a:xfrm>
                <a:off x="6629193" y="2605213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0"/>
                    </a:moveTo>
                    <a:lnTo>
                      <a:pt x="0" y="912"/>
                    </a:lnTo>
                    <a:lnTo>
                      <a:pt x="22977" y="912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4"/>
              <p:cNvSpPr/>
              <p:nvPr/>
            </p:nvSpPr>
            <p:spPr>
              <a:xfrm>
                <a:off x="6629193" y="2677686"/>
                <a:ext cx="517005" cy="20565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4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4"/>
              <p:cNvSpPr/>
              <p:nvPr/>
            </p:nvSpPr>
            <p:spPr>
              <a:xfrm>
                <a:off x="6629193" y="2750181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4"/>
              <p:cNvSpPr/>
              <p:nvPr/>
            </p:nvSpPr>
            <p:spPr>
              <a:xfrm>
                <a:off x="6629193" y="2822653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0"/>
                    </a:moveTo>
                    <a:lnTo>
                      <a:pt x="0" y="912"/>
                    </a:lnTo>
                    <a:lnTo>
                      <a:pt x="22977" y="912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4"/>
              <p:cNvSpPr/>
              <p:nvPr/>
            </p:nvSpPr>
            <p:spPr>
              <a:xfrm>
                <a:off x="6629193" y="2895103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4"/>
              <p:cNvSpPr/>
              <p:nvPr/>
            </p:nvSpPr>
            <p:spPr>
              <a:xfrm>
                <a:off x="6629193" y="2967598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4"/>
              <p:cNvSpPr/>
              <p:nvPr/>
            </p:nvSpPr>
            <p:spPr>
              <a:xfrm>
                <a:off x="7757748" y="2175298"/>
                <a:ext cx="580973" cy="416723"/>
              </a:xfrm>
              <a:custGeom>
                <a:avLst/>
                <a:gdLst/>
                <a:ahLst/>
                <a:cxnLst/>
                <a:rect l="l" t="t" r="r" b="b"/>
                <a:pathLst>
                  <a:path w="25821" h="18521" extrusionOk="0">
                    <a:moveTo>
                      <a:pt x="12910" y="0"/>
                    </a:moveTo>
                    <a:cubicBezTo>
                      <a:pt x="12051" y="0"/>
                      <a:pt x="11192" y="480"/>
                      <a:pt x="10541" y="1439"/>
                    </a:cubicBezTo>
                    <a:lnTo>
                      <a:pt x="1303" y="15034"/>
                    </a:lnTo>
                    <a:cubicBezTo>
                      <a:pt x="0" y="16952"/>
                      <a:pt x="831" y="18521"/>
                      <a:pt x="3150" y="18521"/>
                    </a:cubicBezTo>
                    <a:lnTo>
                      <a:pt x="22669" y="18521"/>
                    </a:lnTo>
                    <a:cubicBezTo>
                      <a:pt x="24988" y="18521"/>
                      <a:pt x="25820" y="16951"/>
                      <a:pt x="24517" y="15034"/>
                    </a:cubicBezTo>
                    <a:lnTo>
                      <a:pt x="15279" y="1439"/>
                    </a:lnTo>
                    <a:cubicBezTo>
                      <a:pt x="14628" y="480"/>
                      <a:pt x="13769" y="0"/>
                      <a:pt x="129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4"/>
              <p:cNvSpPr/>
              <p:nvPr/>
            </p:nvSpPr>
            <p:spPr>
              <a:xfrm>
                <a:off x="8034003" y="2175276"/>
                <a:ext cx="304718" cy="416745"/>
              </a:xfrm>
              <a:custGeom>
                <a:avLst/>
                <a:gdLst/>
                <a:ahLst/>
                <a:cxnLst/>
                <a:rect l="l" t="t" r="r" b="b"/>
                <a:pathLst>
                  <a:path w="13543" h="18522" extrusionOk="0">
                    <a:moveTo>
                      <a:pt x="631" y="1"/>
                    </a:moveTo>
                    <a:cubicBezTo>
                      <a:pt x="420" y="1"/>
                      <a:pt x="208" y="30"/>
                      <a:pt x="0" y="88"/>
                    </a:cubicBezTo>
                    <a:cubicBezTo>
                      <a:pt x="636" y="268"/>
                      <a:pt x="1244" y="716"/>
                      <a:pt x="1736" y="1440"/>
                    </a:cubicBezTo>
                    <a:lnTo>
                      <a:pt x="10973" y="15035"/>
                    </a:lnTo>
                    <a:cubicBezTo>
                      <a:pt x="12277" y="16953"/>
                      <a:pt x="11444" y="18522"/>
                      <a:pt x="9127" y="18522"/>
                    </a:cubicBezTo>
                    <a:lnTo>
                      <a:pt x="10391" y="18522"/>
                    </a:lnTo>
                    <a:cubicBezTo>
                      <a:pt x="12710" y="18522"/>
                      <a:pt x="13542" y="16953"/>
                      <a:pt x="12239" y="15035"/>
                    </a:cubicBezTo>
                    <a:lnTo>
                      <a:pt x="3001" y="1440"/>
                    </a:lnTo>
                    <a:cubicBezTo>
                      <a:pt x="2349" y="480"/>
                      <a:pt x="1490" y="1"/>
                      <a:pt x="6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4"/>
              <p:cNvSpPr/>
              <p:nvPr/>
            </p:nvSpPr>
            <p:spPr>
              <a:xfrm>
                <a:off x="8029031" y="2278866"/>
                <a:ext cx="38385" cy="207540"/>
              </a:xfrm>
              <a:custGeom>
                <a:avLst/>
                <a:gdLst/>
                <a:ahLst/>
                <a:cxnLst/>
                <a:rect l="l" t="t" r="r" b="b"/>
                <a:pathLst>
                  <a:path w="1706" h="9224" extrusionOk="0">
                    <a:moveTo>
                      <a:pt x="853" y="1"/>
                    </a:moveTo>
                    <a:cubicBezTo>
                      <a:pt x="382" y="1"/>
                      <a:pt x="1" y="383"/>
                      <a:pt x="1" y="855"/>
                    </a:cubicBezTo>
                    <a:lnTo>
                      <a:pt x="1" y="8371"/>
                    </a:lnTo>
                    <a:cubicBezTo>
                      <a:pt x="1" y="8843"/>
                      <a:pt x="382" y="9224"/>
                      <a:pt x="853" y="9224"/>
                    </a:cubicBezTo>
                    <a:cubicBezTo>
                      <a:pt x="1323" y="9224"/>
                      <a:pt x="1706" y="8843"/>
                      <a:pt x="1706" y="8371"/>
                    </a:cubicBezTo>
                    <a:lnTo>
                      <a:pt x="1706" y="855"/>
                    </a:lnTo>
                    <a:cubicBezTo>
                      <a:pt x="1706" y="383"/>
                      <a:pt x="1325" y="1"/>
                      <a:pt x="8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4"/>
              <p:cNvSpPr/>
              <p:nvPr/>
            </p:nvSpPr>
            <p:spPr>
              <a:xfrm>
                <a:off x="8029031" y="2503776"/>
                <a:ext cx="38385" cy="38430"/>
              </a:xfrm>
              <a:custGeom>
                <a:avLst/>
                <a:gdLst/>
                <a:ahLst/>
                <a:cxnLst/>
                <a:rect l="l" t="t" r="r" b="b"/>
                <a:pathLst>
                  <a:path w="1706" h="1708" extrusionOk="0">
                    <a:moveTo>
                      <a:pt x="853" y="1"/>
                    </a:moveTo>
                    <a:cubicBezTo>
                      <a:pt x="382" y="1"/>
                      <a:pt x="1" y="383"/>
                      <a:pt x="1" y="853"/>
                    </a:cubicBezTo>
                    <a:cubicBezTo>
                      <a:pt x="1" y="1325"/>
                      <a:pt x="382" y="1707"/>
                      <a:pt x="853" y="1707"/>
                    </a:cubicBezTo>
                    <a:cubicBezTo>
                      <a:pt x="1323" y="1707"/>
                      <a:pt x="1706" y="1325"/>
                      <a:pt x="1706" y="853"/>
                    </a:cubicBezTo>
                    <a:cubicBezTo>
                      <a:pt x="1706" y="382"/>
                      <a:pt x="1325" y="1"/>
                      <a:pt x="8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4"/>
              <p:cNvSpPr/>
              <p:nvPr/>
            </p:nvSpPr>
            <p:spPr>
              <a:xfrm>
                <a:off x="6836913" y="3739371"/>
                <a:ext cx="326880" cy="297113"/>
              </a:xfrm>
              <a:custGeom>
                <a:avLst/>
                <a:gdLst/>
                <a:ahLst/>
                <a:cxnLst/>
                <a:rect l="l" t="t" r="r" b="b"/>
                <a:pathLst>
                  <a:path w="14528" h="13205" extrusionOk="0">
                    <a:moveTo>
                      <a:pt x="906" y="1"/>
                    </a:moveTo>
                    <a:cubicBezTo>
                      <a:pt x="424" y="1"/>
                      <a:pt x="0" y="614"/>
                      <a:pt x="451" y="1028"/>
                    </a:cubicBezTo>
                    <a:cubicBezTo>
                      <a:pt x="4878" y="5089"/>
                      <a:pt x="9301" y="9144"/>
                      <a:pt x="13726" y="13205"/>
                    </a:cubicBezTo>
                    <a:lnTo>
                      <a:pt x="14527" y="13205"/>
                    </a:lnTo>
                    <a:lnTo>
                      <a:pt x="14527" y="12286"/>
                    </a:lnTo>
                    <a:cubicBezTo>
                      <a:pt x="10123" y="8248"/>
                      <a:pt x="5719" y="4207"/>
                      <a:pt x="1313" y="168"/>
                    </a:cubicBezTo>
                    <a:cubicBezTo>
                      <a:pt x="1185" y="50"/>
                      <a:pt x="1043" y="1"/>
                      <a:pt x="9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4"/>
              <p:cNvSpPr/>
              <p:nvPr/>
            </p:nvSpPr>
            <p:spPr>
              <a:xfrm>
                <a:off x="6419268" y="4532563"/>
                <a:ext cx="3401055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151158" h="3136" extrusionOk="0">
                    <a:moveTo>
                      <a:pt x="1568" y="0"/>
                    </a:moveTo>
                    <a:cubicBezTo>
                      <a:pt x="702" y="0"/>
                      <a:pt x="1" y="702"/>
                      <a:pt x="1" y="1567"/>
                    </a:cubicBezTo>
                    <a:cubicBezTo>
                      <a:pt x="1" y="2434"/>
                      <a:pt x="702" y="3136"/>
                      <a:pt x="1568" y="3136"/>
                    </a:cubicBezTo>
                    <a:lnTo>
                      <a:pt x="149589" y="3136"/>
                    </a:lnTo>
                    <a:cubicBezTo>
                      <a:pt x="150455" y="3136"/>
                      <a:pt x="151157" y="2433"/>
                      <a:pt x="151157" y="1567"/>
                    </a:cubicBezTo>
                    <a:cubicBezTo>
                      <a:pt x="151157" y="703"/>
                      <a:pt x="150455" y="1"/>
                      <a:pt x="1495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4"/>
              <p:cNvSpPr/>
              <p:nvPr/>
            </p:nvSpPr>
            <p:spPr>
              <a:xfrm>
                <a:off x="8956886" y="2512648"/>
                <a:ext cx="779625" cy="594248"/>
              </a:xfrm>
              <a:custGeom>
                <a:avLst/>
                <a:gdLst/>
                <a:ahLst/>
                <a:cxnLst/>
                <a:rect l="l" t="t" r="r" b="b"/>
                <a:pathLst>
                  <a:path w="34650" h="26411" extrusionOk="0">
                    <a:moveTo>
                      <a:pt x="1989" y="0"/>
                    </a:moveTo>
                    <a:cubicBezTo>
                      <a:pt x="836" y="0"/>
                      <a:pt x="0" y="937"/>
                      <a:pt x="129" y="2081"/>
                    </a:cubicBezTo>
                    <a:lnTo>
                      <a:pt x="2648" y="24331"/>
                    </a:lnTo>
                    <a:cubicBezTo>
                      <a:pt x="2777" y="25476"/>
                      <a:pt x="3826" y="26411"/>
                      <a:pt x="4978" y="26411"/>
                    </a:cubicBezTo>
                    <a:lnTo>
                      <a:pt x="29691" y="26411"/>
                    </a:lnTo>
                    <a:cubicBezTo>
                      <a:pt x="30842" y="26411"/>
                      <a:pt x="31910" y="25475"/>
                      <a:pt x="32062" y="24334"/>
                    </a:cubicBezTo>
                    <a:lnTo>
                      <a:pt x="34497" y="6227"/>
                    </a:lnTo>
                    <a:cubicBezTo>
                      <a:pt x="34650" y="5086"/>
                      <a:pt x="33832" y="4152"/>
                      <a:pt x="32681" y="4152"/>
                    </a:cubicBezTo>
                    <a:lnTo>
                      <a:pt x="20114" y="4152"/>
                    </a:lnTo>
                    <a:lnTo>
                      <a:pt x="20114" y="4155"/>
                    </a:lnTo>
                    <a:cubicBezTo>
                      <a:pt x="18961" y="4155"/>
                      <a:pt x="18021" y="3222"/>
                      <a:pt x="18021" y="2078"/>
                    </a:cubicBezTo>
                    <a:cubicBezTo>
                      <a:pt x="18021" y="937"/>
                      <a:pt x="17077" y="0"/>
                      <a:pt x="15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4"/>
              <p:cNvSpPr/>
              <p:nvPr/>
            </p:nvSpPr>
            <p:spPr>
              <a:xfrm>
                <a:off x="8913123" y="2512648"/>
                <a:ext cx="779625" cy="594248"/>
              </a:xfrm>
              <a:custGeom>
                <a:avLst/>
                <a:gdLst/>
                <a:ahLst/>
                <a:cxnLst/>
                <a:rect l="l" t="t" r="r" b="b"/>
                <a:pathLst>
                  <a:path w="34650" h="26411" extrusionOk="0">
                    <a:moveTo>
                      <a:pt x="1987" y="0"/>
                    </a:moveTo>
                    <a:cubicBezTo>
                      <a:pt x="835" y="0"/>
                      <a:pt x="0" y="937"/>
                      <a:pt x="128" y="2081"/>
                    </a:cubicBezTo>
                    <a:lnTo>
                      <a:pt x="2647" y="24331"/>
                    </a:lnTo>
                    <a:cubicBezTo>
                      <a:pt x="2776" y="25476"/>
                      <a:pt x="3824" y="26411"/>
                      <a:pt x="4978" y="26411"/>
                    </a:cubicBezTo>
                    <a:lnTo>
                      <a:pt x="29691" y="26411"/>
                    </a:lnTo>
                    <a:cubicBezTo>
                      <a:pt x="30843" y="26411"/>
                      <a:pt x="31909" y="25475"/>
                      <a:pt x="32063" y="24334"/>
                    </a:cubicBezTo>
                    <a:lnTo>
                      <a:pt x="34498" y="6227"/>
                    </a:lnTo>
                    <a:cubicBezTo>
                      <a:pt x="34650" y="5086"/>
                      <a:pt x="33833" y="4152"/>
                      <a:pt x="32680" y="4152"/>
                    </a:cubicBezTo>
                    <a:lnTo>
                      <a:pt x="20113" y="4152"/>
                    </a:lnTo>
                    <a:lnTo>
                      <a:pt x="20113" y="4155"/>
                    </a:lnTo>
                    <a:cubicBezTo>
                      <a:pt x="18961" y="4155"/>
                      <a:pt x="18019" y="3222"/>
                      <a:pt x="18019" y="2078"/>
                    </a:cubicBezTo>
                    <a:cubicBezTo>
                      <a:pt x="18019" y="937"/>
                      <a:pt x="17075" y="0"/>
                      <a:pt x="159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4"/>
              <p:cNvSpPr/>
              <p:nvPr/>
            </p:nvSpPr>
            <p:spPr>
              <a:xfrm>
                <a:off x="7285012" y="2777256"/>
                <a:ext cx="1544355" cy="1338450"/>
              </a:xfrm>
              <a:custGeom>
                <a:avLst/>
                <a:gdLst/>
                <a:ahLst/>
                <a:cxnLst/>
                <a:rect l="l" t="t" r="r" b="b"/>
                <a:pathLst>
                  <a:path w="61898" h="53753" extrusionOk="0">
                    <a:moveTo>
                      <a:pt x="30950" y="0"/>
                    </a:moveTo>
                    <a:cubicBezTo>
                      <a:pt x="28754" y="1744"/>
                      <a:pt x="20519" y="7692"/>
                      <a:pt x="10168" y="7862"/>
                    </a:cubicBezTo>
                    <a:cubicBezTo>
                      <a:pt x="10168" y="7862"/>
                      <a:pt x="1" y="42385"/>
                      <a:pt x="30950" y="53752"/>
                    </a:cubicBezTo>
                    <a:cubicBezTo>
                      <a:pt x="61898" y="42385"/>
                      <a:pt x="51730" y="7862"/>
                      <a:pt x="51730" y="7862"/>
                    </a:cubicBezTo>
                    <a:cubicBezTo>
                      <a:pt x="41380" y="7692"/>
                      <a:pt x="33146" y="1744"/>
                      <a:pt x="309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4"/>
              <p:cNvSpPr/>
              <p:nvPr/>
            </p:nvSpPr>
            <p:spPr>
              <a:xfrm>
                <a:off x="7773898" y="3184982"/>
                <a:ext cx="599049" cy="468917"/>
              </a:xfrm>
              <a:custGeom>
                <a:avLst/>
                <a:gdLst/>
                <a:ahLst/>
                <a:cxnLst/>
                <a:rect l="l" t="t" r="r" b="b"/>
                <a:pathLst>
                  <a:path w="24010" h="18832" extrusionOk="0">
                    <a:moveTo>
                      <a:pt x="21357" y="1"/>
                    </a:moveTo>
                    <a:lnTo>
                      <a:pt x="9034" y="14110"/>
                    </a:lnTo>
                    <a:lnTo>
                      <a:pt x="2048" y="9121"/>
                    </a:lnTo>
                    <a:lnTo>
                      <a:pt x="0" y="11987"/>
                    </a:lnTo>
                    <a:lnTo>
                      <a:pt x="9587" y="18831"/>
                    </a:lnTo>
                    <a:lnTo>
                      <a:pt x="24009" y="2319"/>
                    </a:lnTo>
                    <a:lnTo>
                      <a:pt x="213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4"/>
              <p:cNvSpPr/>
              <p:nvPr/>
            </p:nvSpPr>
            <p:spPr>
              <a:xfrm>
                <a:off x="7852913" y="2961810"/>
                <a:ext cx="976443" cy="1153891"/>
              </a:xfrm>
              <a:custGeom>
                <a:avLst/>
                <a:gdLst/>
                <a:ahLst/>
                <a:cxnLst/>
                <a:rect l="l" t="t" r="r" b="b"/>
                <a:pathLst>
                  <a:path w="39136" h="46341" extrusionOk="0">
                    <a:moveTo>
                      <a:pt x="24380" y="0"/>
                    </a:moveTo>
                    <a:cubicBezTo>
                      <a:pt x="24919" y="13103"/>
                      <a:pt x="21662" y="32654"/>
                      <a:pt x="0" y="42228"/>
                    </a:cubicBezTo>
                    <a:cubicBezTo>
                      <a:pt x="2344" y="43794"/>
                      <a:pt x="5052" y="45188"/>
                      <a:pt x="8188" y="46340"/>
                    </a:cubicBezTo>
                    <a:cubicBezTo>
                      <a:pt x="39136" y="34973"/>
                      <a:pt x="28968" y="450"/>
                      <a:pt x="28968" y="450"/>
                    </a:cubicBezTo>
                    <a:cubicBezTo>
                      <a:pt x="27384" y="423"/>
                      <a:pt x="25851" y="260"/>
                      <a:pt x="243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/>
          <p:nvPr/>
        </p:nvSpPr>
        <p:spPr>
          <a:xfrm>
            <a:off x="1526162" y="1532599"/>
            <a:ext cx="810000" cy="55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6"/>
          <p:cNvSpPr/>
          <p:nvPr/>
        </p:nvSpPr>
        <p:spPr>
          <a:xfrm>
            <a:off x="1935821" y="2180923"/>
            <a:ext cx="810000" cy="55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6"/>
          <p:cNvSpPr/>
          <p:nvPr/>
        </p:nvSpPr>
        <p:spPr>
          <a:xfrm>
            <a:off x="2382497" y="2836255"/>
            <a:ext cx="810000" cy="55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6"/>
          <p:cNvSpPr/>
          <p:nvPr/>
        </p:nvSpPr>
        <p:spPr>
          <a:xfrm>
            <a:off x="1167877" y="884951"/>
            <a:ext cx="810000" cy="55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title"/>
          </p:nvPr>
        </p:nvSpPr>
        <p:spPr>
          <a:xfrm>
            <a:off x="1977577" y="885251"/>
            <a:ext cx="4500000" cy="5541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Mục</a:t>
            </a:r>
            <a:r>
              <a:rPr lang="vi-VN" dirty="0"/>
              <a:t> tiêu </a:t>
            </a:r>
            <a:r>
              <a:rPr lang="vi-VN" dirty="0" err="1"/>
              <a:t>đề</a:t>
            </a:r>
            <a:r>
              <a:rPr lang="vi-VN" dirty="0"/>
              <a:t> </a:t>
            </a:r>
            <a:r>
              <a:rPr lang="vi-VN" dirty="0" err="1"/>
              <a:t>tài</a:t>
            </a:r>
            <a:endParaRPr dirty="0"/>
          </a:p>
        </p:txBody>
      </p:sp>
      <p:sp>
        <p:nvSpPr>
          <p:cNvPr id="339" name="Google Shape;339;p36"/>
          <p:cNvSpPr txBox="1">
            <a:spLocks noGrp="1"/>
          </p:cNvSpPr>
          <p:nvPr>
            <p:ph type="title" idx="2"/>
          </p:nvPr>
        </p:nvSpPr>
        <p:spPr>
          <a:xfrm>
            <a:off x="1167877" y="885251"/>
            <a:ext cx="809700" cy="5541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1" name="Google Shape;341;p36"/>
          <p:cNvSpPr txBox="1">
            <a:spLocks noGrp="1"/>
          </p:cNvSpPr>
          <p:nvPr>
            <p:ph type="title" idx="3"/>
          </p:nvPr>
        </p:nvSpPr>
        <p:spPr>
          <a:xfrm>
            <a:off x="2336162" y="1532899"/>
            <a:ext cx="4500000" cy="5541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Công </a:t>
            </a:r>
            <a:r>
              <a:rPr lang="vi-VN" dirty="0" err="1"/>
              <a:t>cụ</a:t>
            </a:r>
            <a:r>
              <a:rPr lang="vi-VN" dirty="0"/>
              <a:t> </a:t>
            </a: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hiện</a:t>
            </a:r>
            <a:endParaRPr dirty="0"/>
          </a:p>
        </p:txBody>
      </p:sp>
      <p:sp>
        <p:nvSpPr>
          <p:cNvPr id="342" name="Google Shape;342;p36"/>
          <p:cNvSpPr txBox="1">
            <a:spLocks noGrp="1"/>
          </p:cNvSpPr>
          <p:nvPr>
            <p:ph type="title" idx="4"/>
          </p:nvPr>
        </p:nvSpPr>
        <p:spPr>
          <a:xfrm>
            <a:off x="1526462" y="1532899"/>
            <a:ext cx="809700" cy="5541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4" name="Google Shape;344;p36"/>
          <p:cNvSpPr txBox="1">
            <a:spLocks noGrp="1"/>
          </p:cNvSpPr>
          <p:nvPr>
            <p:ph type="title" idx="6"/>
          </p:nvPr>
        </p:nvSpPr>
        <p:spPr>
          <a:xfrm>
            <a:off x="2745821" y="2181223"/>
            <a:ext cx="4500000" cy="554100"/>
          </a:xfrm>
          <a:prstGeom prst="rect">
            <a:avLst/>
          </a:prstGeom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hành</a:t>
            </a:r>
            <a:endParaRPr dirty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title" idx="7"/>
          </p:nvPr>
        </p:nvSpPr>
        <p:spPr>
          <a:xfrm>
            <a:off x="1936121" y="2181223"/>
            <a:ext cx="809700" cy="5541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7" name="Google Shape;347;p36"/>
          <p:cNvSpPr txBox="1">
            <a:spLocks noGrp="1"/>
          </p:cNvSpPr>
          <p:nvPr>
            <p:ph type="title" idx="9"/>
          </p:nvPr>
        </p:nvSpPr>
        <p:spPr>
          <a:xfrm>
            <a:off x="718724" y="42232"/>
            <a:ext cx="7704000" cy="676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err="1"/>
              <a:t>Nội</a:t>
            </a:r>
            <a:r>
              <a:rPr lang="vi-VN" dirty="0"/>
              <a:t> dung</a:t>
            </a:r>
            <a:endParaRPr dirty="0"/>
          </a:p>
        </p:txBody>
      </p:sp>
      <p:sp>
        <p:nvSpPr>
          <p:cNvPr id="348" name="Google Shape;348;p36"/>
          <p:cNvSpPr txBox="1">
            <a:spLocks noGrp="1"/>
          </p:cNvSpPr>
          <p:nvPr>
            <p:ph type="title" idx="13"/>
          </p:nvPr>
        </p:nvSpPr>
        <p:spPr>
          <a:xfrm>
            <a:off x="3192497" y="2836555"/>
            <a:ext cx="45000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thuyết</a:t>
            </a:r>
            <a:endParaRPr dirty="0"/>
          </a:p>
        </p:txBody>
      </p:sp>
      <p:sp>
        <p:nvSpPr>
          <p:cNvPr id="349" name="Google Shape;349;p36"/>
          <p:cNvSpPr txBox="1">
            <a:spLocks noGrp="1"/>
          </p:cNvSpPr>
          <p:nvPr>
            <p:ph type="title" idx="14"/>
          </p:nvPr>
        </p:nvSpPr>
        <p:spPr>
          <a:xfrm>
            <a:off x="2382797" y="2836555"/>
            <a:ext cx="809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51" name="Google Shape;351;p36"/>
          <p:cNvGrpSpPr/>
          <p:nvPr/>
        </p:nvGrpSpPr>
        <p:grpSpPr>
          <a:xfrm>
            <a:off x="-304800" y="3302886"/>
            <a:ext cx="2526009" cy="2145420"/>
            <a:chOff x="-304800" y="3302886"/>
            <a:chExt cx="2526009" cy="2145420"/>
          </a:xfrm>
        </p:grpSpPr>
        <p:sp>
          <p:nvSpPr>
            <p:cNvPr id="352" name="Google Shape;352;p36"/>
            <p:cNvSpPr/>
            <p:nvPr/>
          </p:nvSpPr>
          <p:spPr>
            <a:xfrm flipH="1">
              <a:off x="-304800" y="4424570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 flipH="1">
              <a:off x="297617" y="3302886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 flipH="1">
              <a:off x="76203" y="3682662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 flipH="1">
              <a:off x="2032990" y="4803737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6" name="Google Shape;356;p36"/>
            <p:cNvGrpSpPr/>
            <p:nvPr/>
          </p:nvGrpSpPr>
          <p:grpSpPr>
            <a:xfrm>
              <a:off x="152389" y="3544991"/>
              <a:ext cx="1804419" cy="1446116"/>
              <a:chOff x="1000664" y="3512341"/>
              <a:chExt cx="1804419" cy="1446116"/>
            </a:xfrm>
          </p:grpSpPr>
          <p:sp>
            <p:nvSpPr>
              <p:cNvPr id="357" name="Google Shape;357;p36"/>
              <p:cNvSpPr/>
              <p:nvPr/>
            </p:nvSpPr>
            <p:spPr>
              <a:xfrm>
                <a:off x="1094142" y="3946510"/>
                <a:ext cx="1617416" cy="987006"/>
              </a:xfrm>
              <a:custGeom>
                <a:avLst/>
                <a:gdLst/>
                <a:ahLst/>
                <a:cxnLst/>
                <a:rect l="l" t="t" r="r" b="b"/>
                <a:pathLst>
                  <a:path w="27686" h="16895" extrusionOk="0">
                    <a:moveTo>
                      <a:pt x="867" y="0"/>
                    </a:moveTo>
                    <a:cubicBezTo>
                      <a:pt x="391" y="0"/>
                      <a:pt x="1" y="390"/>
                      <a:pt x="1" y="866"/>
                    </a:cubicBezTo>
                    <a:lnTo>
                      <a:pt x="1" y="16029"/>
                    </a:lnTo>
                    <a:cubicBezTo>
                      <a:pt x="1" y="16506"/>
                      <a:pt x="391" y="16895"/>
                      <a:pt x="867" y="16895"/>
                    </a:cubicBezTo>
                    <a:lnTo>
                      <a:pt x="26820" y="16895"/>
                    </a:lnTo>
                    <a:cubicBezTo>
                      <a:pt x="27295" y="16895"/>
                      <a:pt x="27686" y="16506"/>
                      <a:pt x="27686" y="16029"/>
                    </a:cubicBezTo>
                    <a:lnTo>
                      <a:pt x="27686" y="866"/>
                    </a:lnTo>
                    <a:cubicBezTo>
                      <a:pt x="27686" y="390"/>
                      <a:pt x="27295" y="0"/>
                      <a:pt x="268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6"/>
              <p:cNvSpPr/>
              <p:nvPr/>
            </p:nvSpPr>
            <p:spPr>
              <a:xfrm>
                <a:off x="1147049" y="4000759"/>
                <a:ext cx="1511793" cy="771553"/>
              </a:xfrm>
              <a:custGeom>
                <a:avLst/>
                <a:gdLst/>
                <a:ahLst/>
                <a:cxnLst/>
                <a:rect l="l" t="t" r="r" b="b"/>
                <a:pathLst>
                  <a:path w="25878" h="13207" extrusionOk="0">
                    <a:moveTo>
                      <a:pt x="1" y="1"/>
                    </a:moveTo>
                    <a:lnTo>
                      <a:pt x="1" y="13206"/>
                    </a:lnTo>
                    <a:lnTo>
                      <a:pt x="25877" y="13206"/>
                    </a:lnTo>
                    <a:lnTo>
                      <a:pt x="2587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6"/>
              <p:cNvSpPr/>
              <p:nvPr/>
            </p:nvSpPr>
            <p:spPr>
              <a:xfrm>
                <a:off x="1000664" y="4832386"/>
                <a:ext cx="1804419" cy="126070"/>
              </a:xfrm>
              <a:custGeom>
                <a:avLst/>
                <a:gdLst/>
                <a:ahLst/>
                <a:cxnLst/>
                <a:rect l="l" t="t" r="r" b="b"/>
                <a:pathLst>
                  <a:path w="30887" h="2158" extrusionOk="0">
                    <a:moveTo>
                      <a:pt x="0" y="1"/>
                    </a:moveTo>
                    <a:lnTo>
                      <a:pt x="0" y="1192"/>
                    </a:lnTo>
                    <a:cubicBezTo>
                      <a:pt x="0" y="1723"/>
                      <a:pt x="434" y="2157"/>
                      <a:pt x="966" y="2157"/>
                    </a:cubicBezTo>
                    <a:lnTo>
                      <a:pt x="29921" y="2157"/>
                    </a:lnTo>
                    <a:cubicBezTo>
                      <a:pt x="30451" y="2157"/>
                      <a:pt x="30886" y="1723"/>
                      <a:pt x="30886" y="1192"/>
                    </a:cubicBezTo>
                    <a:lnTo>
                      <a:pt x="3088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6"/>
              <p:cNvSpPr/>
              <p:nvPr/>
            </p:nvSpPr>
            <p:spPr>
              <a:xfrm>
                <a:off x="1724288" y="4832971"/>
                <a:ext cx="358115" cy="41128"/>
              </a:xfrm>
              <a:custGeom>
                <a:avLst/>
                <a:gdLst/>
                <a:ahLst/>
                <a:cxnLst/>
                <a:rect l="l" t="t" r="r" b="b"/>
                <a:pathLst>
                  <a:path w="6130" h="704" extrusionOk="0">
                    <a:moveTo>
                      <a:pt x="0" y="1"/>
                    </a:moveTo>
                    <a:lnTo>
                      <a:pt x="0" y="389"/>
                    </a:lnTo>
                    <a:cubicBezTo>
                      <a:pt x="0" y="562"/>
                      <a:pt x="141" y="703"/>
                      <a:pt x="315" y="703"/>
                    </a:cubicBezTo>
                    <a:lnTo>
                      <a:pt x="5815" y="703"/>
                    </a:lnTo>
                    <a:cubicBezTo>
                      <a:pt x="5988" y="703"/>
                      <a:pt x="6129" y="561"/>
                      <a:pt x="6129" y="389"/>
                    </a:cubicBezTo>
                    <a:lnTo>
                      <a:pt x="6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6"/>
              <p:cNvSpPr/>
              <p:nvPr/>
            </p:nvSpPr>
            <p:spPr>
              <a:xfrm>
                <a:off x="1265139" y="4128081"/>
                <a:ext cx="554231" cy="554114"/>
              </a:xfrm>
              <a:custGeom>
                <a:avLst/>
                <a:gdLst/>
                <a:ahLst/>
                <a:cxnLst/>
                <a:rect l="l" t="t" r="r" b="b"/>
                <a:pathLst>
                  <a:path w="9487" h="9485" extrusionOk="0">
                    <a:moveTo>
                      <a:pt x="4744" y="0"/>
                    </a:moveTo>
                    <a:cubicBezTo>
                      <a:pt x="2124" y="0"/>
                      <a:pt x="1" y="2124"/>
                      <a:pt x="1" y="4743"/>
                    </a:cubicBezTo>
                    <a:cubicBezTo>
                      <a:pt x="1" y="7362"/>
                      <a:pt x="2125" y="9485"/>
                      <a:pt x="4744" y="9485"/>
                    </a:cubicBezTo>
                    <a:cubicBezTo>
                      <a:pt x="7363" y="9485"/>
                      <a:pt x="9486" y="7362"/>
                      <a:pt x="9486" y="4743"/>
                    </a:cubicBezTo>
                    <a:cubicBezTo>
                      <a:pt x="9486" y="2124"/>
                      <a:pt x="7363" y="0"/>
                      <a:pt x="47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6"/>
              <p:cNvSpPr/>
              <p:nvPr/>
            </p:nvSpPr>
            <p:spPr>
              <a:xfrm>
                <a:off x="1455077" y="4229331"/>
                <a:ext cx="174617" cy="171755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2940" extrusionOk="0">
                    <a:moveTo>
                      <a:pt x="1704" y="385"/>
                    </a:moveTo>
                    <a:cubicBezTo>
                      <a:pt x="2200" y="385"/>
                      <a:pt x="2604" y="790"/>
                      <a:pt x="2604" y="1286"/>
                    </a:cubicBezTo>
                    <a:lnTo>
                      <a:pt x="2604" y="1653"/>
                    </a:lnTo>
                    <a:cubicBezTo>
                      <a:pt x="2604" y="2149"/>
                      <a:pt x="2199" y="2554"/>
                      <a:pt x="1704" y="2554"/>
                    </a:cubicBezTo>
                    <a:lnTo>
                      <a:pt x="1286" y="2554"/>
                    </a:lnTo>
                    <a:cubicBezTo>
                      <a:pt x="791" y="2554"/>
                      <a:pt x="387" y="2150"/>
                      <a:pt x="387" y="1653"/>
                    </a:cubicBezTo>
                    <a:lnTo>
                      <a:pt x="387" y="1286"/>
                    </a:lnTo>
                    <a:cubicBezTo>
                      <a:pt x="387" y="790"/>
                      <a:pt x="791" y="385"/>
                      <a:pt x="1286" y="385"/>
                    </a:cubicBezTo>
                    <a:close/>
                    <a:moveTo>
                      <a:pt x="1286" y="0"/>
                    </a:moveTo>
                    <a:cubicBezTo>
                      <a:pt x="577" y="0"/>
                      <a:pt x="1" y="577"/>
                      <a:pt x="1" y="1286"/>
                    </a:cubicBezTo>
                    <a:lnTo>
                      <a:pt x="1" y="1653"/>
                    </a:lnTo>
                    <a:cubicBezTo>
                      <a:pt x="1" y="2363"/>
                      <a:pt x="578" y="2940"/>
                      <a:pt x="1286" y="2940"/>
                    </a:cubicBezTo>
                    <a:lnTo>
                      <a:pt x="1704" y="2940"/>
                    </a:lnTo>
                    <a:cubicBezTo>
                      <a:pt x="2412" y="2940"/>
                      <a:pt x="2988" y="2363"/>
                      <a:pt x="2988" y="1653"/>
                    </a:cubicBezTo>
                    <a:lnTo>
                      <a:pt x="2988" y="1286"/>
                    </a:lnTo>
                    <a:cubicBezTo>
                      <a:pt x="2988" y="577"/>
                      <a:pt x="2412" y="0"/>
                      <a:pt x="17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6"/>
              <p:cNvSpPr/>
              <p:nvPr/>
            </p:nvSpPr>
            <p:spPr>
              <a:xfrm>
                <a:off x="1415734" y="4327833"/>
                <a:ext cx="253368" cy="253426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4338" extrusionOk="0">
                    <a:moveTo>
                      <a:pt x="1260" y="0"/>
                    </a:moveTo>
                    <a:cubicBezTo>
                      <a:pt x="567" y="0"/>
                      <a:pt x="1" y="568"/>
                      <a:pt x="1" y="1262"/>
                    </a:cubicBezTo>
                    <a:lnTo>
                      <a:pt x="1" y="3076"/>
                    </a:lnTo>
                    <a:cubicBezTo>
                      <a:pt x="1" y="3770"/>
                      <a:pt x="567" y="4338"/>
                      <a:pt x="1260" y="4338"/>
                    </a:cubicBezTo>
                    <a:lnTo>
                      <a:pt x="3076" y="4338"/>
                    </a:lnTo>
                    <a:cubicBezTo>
                      <a:pt x="3768" y="4338"/>
                      <a:pt x="4336" y="3770"/>
                      <a:pt x="4336" y="3076"/>
                    </a:cubicBezTo>
                    <a:lnTo>
                      <a:pt x="4336" y="1262"/>
                    </a:lnTo>
                    <a:cubicBezTo>
                      <a:pt x="4336" y="568"/>
                      <a:pt x="3768" y="0"/>
                      <a:pt x="30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6"/>
              <p:cNvSpPr/>
              <p:nvPr/>
            </p:nvSpPr>
            <p:spPr>
              <a:xfrm>
                <a:off x="1431693" y="4343792"/>
                <a:ext cx="237419" cy="237536"/>
              </a:xfrm>
              <a:custGeom>
                <a:avLst/>
                <a:gdLst/>
                <a:ahLst/>
                <a:cxnLst/>
                <a:rect l="l" t="t" r="r" b="b"/>
                <a:pathLst>
                  <a:path w="4064" h="4066" extrusionOk="0">
                    <a:moveTo>
                      <a:pt x="3583" y="1"/>
                    </a:moveTo>
                    <a:cubicBezTo>
                      <a:pt x="3753" y="216"/>
                      <a:pt x="3855" y="487"/>
                      <a:pt x="3855" y="780"/>
                    </a:cubicBezTo>
                    <a:lnTo>
                      <a:pt x="3855" y="2596"/>
                    </a:lnTo>
                    <a:cubicBezTo>
                      <a:pt x="3855" y="3290"/>
                      <a:pt x="3288" y="3857"/>
                      <a:pt x="2595" y="3857"/>
                    </a:cubicBezTo>
                    <a:lnTo>
                      <a:pt x="779" y="3857"/>
                    </a:lnTo>
                    <a:cubicBezTo>
                      <a:pt x="486" y="3857"/>
                      <a:pt x="215" y="3754"/>
                      <a:pt x="0" y="3585"/>
                    </a:cubicBezTo>
                    <a:lnTo>
                      <a:pt x="0" y="3585"/>
                    </a:lnTo>
                    <a:cubicBezTo>
                      <a:pt x="231" y="3877"/>
                      <a:pt x="589" y="4066"/>
                      <a:pt x="987" y="4066"/>
                    </a:cubicBezTo>
                    <a:lnTo>
                      <a:pt x="2803" y="4066"/>
                    </a:lnTo>
                    <a:cubicBezTo>
                      <a:pt x="3495" y="4066"/>
                      <a:pt x="4063" y="3498"/>
                      <a:pt x="4063" y="2804"/>
                    </a:cubicBezTo>
                    <a:lnTo>
                      <a:pt x="4063" y="990"/>
                    </a:lnTo>
                    <a:cubicBezTo>
                      <a:pt x="4063" y="588"/>
                      <a:pt x="3873" y="232"/>
                      <a:pt x="35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6"/>
              <p:cNvSpPr/>
              <p:nvPr/>
            </p:nvSpPr>
            <p:spPr>
              <a:xfrm>
                <a:off x="1504359" y="4387519"/>
                <a:ext cx="76121" cy="149906"/>
              </a:xfrm>
              <a:custGeom>
                <a:avLst/>
                <a:gdLst/>
                <a:ahLst/>
                <a:cxnLst/>
                <a:rect l="l" t="t" r="r" b="b"/>
                <a:pathLst>
                  <a:path w="1303" h="2566" extrusionOk="0">
                    <a:moveTo>
                      <a:pt x="652" y="1"/>
                    </a:moveTo>
                    <a:cubicBezTo>
                      <a:pt x="292" y="1"/>
                      <a:pt x="1" y="292"/>
                      <a:pt x="1" y="652"/>
                    </a:cubicBezTo>
                    <a:cubicBezTo>
                      <a:pt x="1" y="910"/>
                      <a:pt x="152" y="1131"/>
                      <a:pt x="369" y="1235"/>
                    </a:cubicBezTo>
                    <a:lnTo>
                      <a:pt x="46" y="2454"/>
                    </a:lnTo>
                    <a:cubicBezTo>
                      <a:pt x="32" y="2516"/>
                      <a:pt x="74" y="2566"/>
                      <a:pt x="135" y="2566"/>
                    </a:cubicBezTo>
                    <a:lnTo>
                      <a:pt x="1166" y="2566"/>
                    </a:lnTo>
                    <a:cubicBezTo>
                      <a:pt x="1227" y="2566"/>
                      <a:pt x="1269" y="2516"/>
                      <a:pt x="1256" y="2454"/>
                    </a:cubicBezTo>
                    <a:lnTo>
                      <a:pt x="934" y="1235"/>
                    </a:lnTo>
                    <a:cubicBezTo>
                      <a:pt x="1151" y="1131"/>
                      <a:pt x="1303" y="910"/>
                      <a:pt x="1303" y="652"/>
                    </a:cubicBezTo>
                    <a:cubicBezTo>
                      <a:pt x="1303" y="292"/>
                      <a:pt x="1012" y="1"/>
                      <a:pt x="6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6"/>
              <p:cNvSpPr/>
              <p:nvPr/>
            </p:nvSpPr>
            <p:spPr>
              <a:xfrm>
                <a:off x="2074233" y="4175549"/>
                <a:ext cx="317805" cy="22024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377" extrusionOk="0">
                    <a:moveTo>
                      <a:pt x="0" y="0"/>
                    </a:moveTo>
                    <a:lnTo>
                      <a:pt x="0" y="377"/>
                    </a:lnTo>
                    <a:lnTo>
                      <a:pt x="5440" y="377"/>
                    </a:lnTo>
                    <a:lnTo>
                      <a:pt x="544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6"/>
              <p:cNvSpPr/>
              <p:nvPr/>
            </p:nvSpPr>
            <p:spPr>
              <a:xfrm>
                <a:off x="1946263" y="4233949"/>
                <a:ext cx="573568" cy="22141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379" extrusionOk="0">
                    <a:moveTo>
                      <a:pt x="0" y="1"/>
                    </a:moveTo>
                    <a:lnTo>
                      <a:pt x="0" y="378"/>
                    </a:lnTo>
                    <a:lnTo>
                      <a:pt x="9818" y="378"/>
                    </a:lnTo>
                    <a:lnTo>
                      <a:pt x="98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6"/>
              <p:cNvSpPr/>
              <p:nvPr/>
            </p:nvSpPr>
            <p:spPr>
              <a:xfrm>
                <a:off x="1946263" y="4349463"/>
                <a:ext cx="573568" cy="123149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2108" extrusionOk="0">
                    <a:moveTo>
                      <a:pt x="8402" y="1"/>
                    </a:moveTo>
                    <a:cubicBezTo>
                      <a:pt x="8401" y="1"/>
                      <a:pt x="8401" y="1"/>
                      <a:pt x="8400" y="1"/>
                    </a:cubicBezTo>
                    <a:lnTo>
                      <a:pt x="1418" y="1"/>
                    </a:lnTo>
                    <a:cubicBezTo>
                      <a:pt x="638" y="1"/>
                      <a:pt x="0" y="475"/>
                      <a:pt x="0" y="1054"/>
                    </a:cubicBezTo>
                    <a:cubicBezTo>
                      <a:pt x="0" y="1634"/>
                      <a:pt x="638" y="2108"/>
                      <a:pt x="1418" y="2108"/>
                    </a:cubicBezTo>
                    <a:lnTo>
                      <a:pt x="8400" y="2108"/>
                    </a:lnTo>
                    <a:cubicBezTo>
                      <a:pt x="9180" y="2108"/>
                      <a:pt x="9818" y="1633"/>
                      <a:pt x="9818" y="1054"/>
                    </a:cubicBezTo>
                    <a:cubicBezTo>
                      <a:pt x="9818" y="475"/>
                      <a:pt x="9182" y="1"/>
                      <a:pt x="84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6"/>
              <p:cNvSpPr/>
              <p:nvPr/>
            </p:nvSpPr>
            <p:spPr>
              <a:xfrm>
                <a:off x="2076980" y="4400964"/>
                <a:ext cx="20155" cy="2015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5" extrusionOk="0">
                    <a:moveTo>
                      <a:pt x="172" y="1"/>
                    </a:moveTo>
                    <a:cubicBezTo>
                      <a:pt x="76" y="1"/>
                      <a:pt x="0" y="78"/>
                      <a:pt x="0" y="173"/>
                    </a:cubicBezTo>
                    <a:cubicBezTo>
                      <a:pt x="0" y="268"/>
                      <a:pt x="76" y="345"/>
                      <a:pt x="172" y="345"/>
                    </a:cubicBezTo>
                    <a:cubicBezTo>
                      <a:pt x="267" y="345"/>
                      <a:pt x="345" y="268"/>
                      <a:pt x="345" y="173"/>
                    </a:cubicBezTo>
                    <a:cubicBezTo>
                      <a:pt x="345" y="78"/>
                      <a:pt x="267" y="1"/>
                      <a:pt x="1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6"/>
              <p:cNvSpPr/>
              <p:nvPr/>
            </p:nvSpPr>
            <p:spPr>
              <a:xfrm>
                <a:off x="2135382" y="4400964"/>
                <a:ext cx="20213" cy="20155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45" extrusionOk="0">
                    <a:moveTo>
                      <a:pt x="173" y="1"/>
                    </a:moveTo>
                    <a:cubicBezTo>
                      <a:pt x="78" y="1"/>
                      <a:pt x="1" y="78"/>
                      <a:pt x="1" y="173"/>
                    </a:cubicBezTo>
                    <a:cubicBezTo>
                      <a:pt x="1" y="268"/>
                      <a:pt x="78" y="345"/>
                      <a:pt x="173" y="345"/>
                    </a:cubicBezTo>
                    <a:cubicBezTo>
                      <a:pt x="269" y="345"/>
                      <a:pt x="345" y="268"/>
                      <a:pt x="345" y="173"/>
                    </a:cubicBezTo>
                    <a:cubicBezTo>
                      <a:pt x="345" y="78"/>
                      <a:pt x="269" y="1"/>
                      <a:pt x="1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6"/>
              <p:cNvSpPr/>
              <p:nvPr/>
            </p:nvSpPr>
            <p:spPr>
              <a:xfrm>
                <a:off x="2193901" y="4400964"/>
                <a:ext cx="20155" cy="2015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5" extrusionOk="0">
                    <a:moveTo>
                      <a:pt x="173" y="1"/>
                    </a:moveTo>
                    <a:cubicBezTo>
                      <a:pt x="78" y="1"/>
                      <a:pt x="0" y="78"/>
                      <a:pt x="0" y="173"/>
                    </a:cubicBezTo>
                    <a:cubicBezTo>
                      <a:pt x="0" y="268"/>
                      <a:pt x="78" y="345"/>
                      <a:pt x="173" y="345"/>
                    </a:cubicBezTo>
                    <a:cubicBezTo>
                      <a:pt x="268" y="345"/>
                      <a:pt x="345" y="268"/>
                      <a:pt x="345" y="173"/>
                    </a:cubicBezTo>
                    <a:cubicBezTo>
                      <a:pt x="345" y="78"/>
                      <a:pt x="268" y="1"/>
                      <a:pt x="1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6"/>
              <p:cNvSpPr/>
              <p:nvPr/>
            </p:nvSpPr>
            <p:spPr>
              <a:xfrm>
                <a:off x="2252420" y="4400964"/>
                <a:ext cx="20155" cy="2015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5" extrusionOk="0">
                    <a:moveTo>
                      <a:pt x="172" y="1"/>
                    </a:moveTo>
                    <a:cubicBezTo>
                      <a:pt x="77" y="1"/>
                      <a:pt x="0" y="78"/>
                      <a:pt x="0" y="173"/>
                    </a:cubicBezTo>
                    <a:cubicBezTo>
                      <a:pt x="0" y="268"/>
                      <a:pt x="77" y="345"/>
                      <a:pt x="172" y="345"/>
                    </a:cubicBezTo>
                    <a:cubicBezTo>
                      <a:pt x="267" y="345"/>
                      <a:pt x="344" y="268"/>
                      <a:pt x="344" y="173"/>
                    </a:cubicBezTo>
                    <a:cubicBezTo>
                      <a:pt x="344" y="78"/>
                      <a:pt x="267" y="1"/>
                      <a:pt x="1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6"/>
              <p:cNvSpPr/>
              <p:nvPr/>
            </p:nvSpPr>
            <p:spPr>
              <a:xfrm>
                <a:off x="2310881" y="4400964"/>
                <a:ext cx="20213" cy="20155"/>
              </a:xfrm>
              <a:custGeom>
                <a:avLst/>
                <a:gdLst/>
                <a:ahLst/>
                <a:cxnLst/>
                <a:rect l="l" t="t" r="r" b="b"/>
                <a:pathLst>
                  <a:path w="346" h="345" extrusionOk="0">
                    <a:moveTo>
                      <a:pt x="173" y="1"/>
                    </a:moveTo>
                    <a:cubicBezTo>
                      <a:pt x="77" y="1"/>
                      <a:pt x="1" y="78"/>
                      <a:pt x="1" y="173"/>
                    </a:cubicBezTo>
                    <a:cubicBezTo>
                      <a:pt x="1" y="268"/>
                      <a:pt x="77" y="345"/>
                      <a:pt x="173" y="345"/>
                    </a:cubicBezTo>
                    <a:cubicBezTo>
                      <a:pt x="268" y="345"/>
                      <a:pt x="345" y="268"/>
                      <a:pt x="345" y="173"/>
                    </a:cubicBezTo>
                    <a:cubicBezTo>
                      <a:pt x="345" y="78"/>
                      <a:pt x="269" y="1"/>
                      <a:pt x="1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6"/>
              <p:cNvSpPr/>
              <p:nvPr/>
            </p:nvSpPr>
            <p:spPr>
              <a:xfrm>
                <a:off x="2369341" y="4400964"/>
                <a:ext cx="20155" cy="20155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5" extrusionOk="0">
                    <a:moveTo>
                      <a:pt x="172" y="1"/>
                    </a:moveTo>
                    <a:cubicBezTo>
                      <a:pt x="78" y="1"/>
                      <a:pt x="0" y="78"/>
                      <a:pt x="0" y="173"/>
                    </a:cubicBezTo>
                    <a:cubicBezTo>
                      <a:pt x="0" y="268"/>
                      <a:pt x="78" y="345"/>
                      <a:pt x="172" y="345"/>
                    </a:cubicBezTo>
                    <a:cubicBezTo>
                      <a:pt x="268" y="345"/>
                      <a:pt x="345" y="268"/>
                      <a:pt x="345" y="173"/>
                    </a:cubicBezTo>
                    <a:cubicBezTo>
                      <a:pt x="345" y="78"/>
                      <a:pt x="270" y="1"/>
                      <a:pt x="1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6"/>
              <p:cNvSpPr/>
              <p:nvPr/>
            </p:nvSpPr>
            <p:spPr>
              <a:xfrm>
                <a:off x="2133687" y="4554417"/>
                <a:ext cx="199154" cy="80795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1383" extrusionOk="0">
                    <a:moveTo>
                      <a:pt x="1" y="1"/>
                    </a:moveTo>
                    <a:lnTo>
                      <a:pt x="1" y="1382"/>
                    </a:lnTo>
                    <a:lnTo>
                      <a:pt x="3408" y="1382"/>
                    </a:lnTo>
                    <a:lnTo>
                      <a:pt x="340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6"/>
              <p:cNvSpPr/>
              <p:nvPr/>
            </p:nvSpPr>
            <p:spPr>
              <a:xfrm>
                <a:off x="2168822" y="4583822"/>
                <a:ext cx="128816" cy="22083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378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2204" y="377"/>
                    </a:lnTo>
                    <a:lnTo>
                      <a:pt x="220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6"/>
              <p:cNvSpPr/>
              <p:nvPr/>
            </p:nvSpPr>
            <p:spPr>
              <a:xfrm>
                <a:off x="1533882" y="3512341"/>
                <a:ext cx="750639" cy="651792"/>
              </a:xfrm>
              <a:custGeom>
                <a:avLst/>
                <a:gdLst/>
                <a:ahLst/>
                <a:cxnLst/>
                <a:rect l="l" t="t" r="r" b="b"/>
                <a:pathLst>
                  <a:path w="12849" h="11157" extrusionOk="0">
                    <a:moveTo>
                      <a:pt x="6424" y="0"/>
                    </a:moveTo>
                    <a:cubicBezTo>
                      <a:pt x="5969" y="362"/>
                      <a:pt x="4259" y="1596"/>
                      <a:pt x="2112" y="1632"/>
                    </a:cubicBezTo>
                    <a:cubicBezTo>
                      <a:pt x="2112" y="1632"/>
                      <a:pt x="1" y="8796"/>
                      <a:pt x="6424" y="11156"/>
                    </a:cubicBezTo>
                    <a:cubicBezTo>
                      <a:pt x="12848" y="8796"/>
                      <a:pt x="10737" y="1632"/>
                      <a:pt x="10737" y="1632"/>
                    </a:cubicBezTo>
                    <a:cubicBezTo>
                      <a:pt x="8589" y="1596"/>
                      <a:pt x="6881" y="363"/>
                      <a:pt x="64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6"/>
              <p:cNvSpPr/>
              <p:nvPr/>
            </p:nvSpPr>
            <p:spPr>
              <a:xfrm>
                <a:off x="1771699" y="3711040"/>
                <a:ext cx="291165" cy="228364"/>
              </a:xfrm>
              <a:custGeom>
                <a:avLst/>
                <a:gdLst/>
                <a:ahLst/>
                <a:cxnLst/>
                <a:rect l="l" t="t" r="r" b="b"/>
                <a:pathLst>
                  <a:path w="4984" h="3909" extrusionOk="0">
                    <a:moveTo>
                      <a:pt x="4432" y="1"/>
                    </a:moveTo>
                    <a:lnTo>
                      <a:pt x="1875" y="2927"/>
                    </a:lnTo>
                    <a:lnTo>
                      <a:pt x="425" y="1893"/>
                    </a:lnTo>
                    <a:lnTo>
                      <a:pt x="0" y="2488"/>
                    </a:lnTo>
                    <a:lnTo>
                      <a:pt x="1990" y="3908"/>
                    </a:lnTo>
                    <a:lnTo>
                      <a:pt x="4983" y="480"/>
                    </a:lnTo>
                    <a:lnTo>
                      <a:pt x="443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6"/>
              <p:cNvSpPr/>
              <p:nvPr/>
            </p:nvSpPr>
            <p:spPr>
              <a:xfrm>
                <a:off x="1810167" y="3602249"/>
                <a:ext cx="474546" cy="561825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9617" extrusionOk="0">
                    <a:moveTo>
                      <a:pt x="5060" y="0"/>
                    </a:moveTo>
                    <a:lnTo>
                      <a:pt x="5060" y="0"/>
                    </a:lnTo>
                    <a:cubicBezTo>
                      <a:pt x="5172" y="2719"/>
                      <a:pt x="4496" y="6777"/>
                      <a:pt x="0" y="8764"/>
                    </a:cubicBezTo>
                    <a:cubicBezTo>
                      <a:pt x="487" y="9088"/>
                      <a:pt x="1049" y="9378"/>
                      <a:pt x="1700" y="9616"/>
                    </a:cubicBezTo>
                    <a:cubicBezTo>
                      <a:pt x="8122" y="7258"/>
                      <a:pt x="6011" y="94"/>
                      <a:pt x="6011" y="94"/>
                    </a:cubicBezTo>
                    <a:cubicBezTo>
                      <a:pt x="5683" y="89"/>
                      <a:pt x="5365" y="55"/>
                      <a:pt x="5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0" name="Google Shape;380;p36"/>
          <p:cNvGrpSpPr/>
          <p:nvPr/>
        </p:nvGrpSpPr>
        <p:grpSpPr>
          <a:xfrm>
            <a:off x="7280189" y="76211"/>
            <a:ext cx="1787631" cy="1977968"/>
            <a:chOff x="7280189" y="76211"/>
            <a:chExt cx="1787631" cy="1977968"/>
          </a:xfrm>
        </p:grpSpPr>
        <p:sp>
          <p:nvSpPr>
            <p:cNvPr id="381" name="Google Shape;381;p36"/>
            <p:cNvSpPr/>
            <p:nvPr/>
          </p:nvSpPr>
          <p:spPr>
            <a:xfrm flipH="1">
              <a:off x="8374848" y="76211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 flipH="1">
              <a:off x="8423992" y="1674411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 flipH="1">
              <a:off x="7280189" y="152412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 flipH="1">
              <a:off x="8803390" y="1487037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5" name="Google Shape;385;p36"/>
            <p:cNvGrpSpPr/>
            <p:nvPr/>
          </p:nvGrpSpPr>
          <p:grpSpPr>
            <a:xfrm>
              <a:off x="7501625" y="155243"/>
              <a:ext cx="1489976" cy="1255570"/>
              <a:chOff x="616175" y="1570092"/>
              <a:chExt cx="1489976" cy="1255570"/>
            </a:xfrm>
          </p:grpSpPr>
          <p:sp>
            <p:nvSpPr>
              <p:cNvPr id="386" name="Google Shape;386;p36"/>
              <p:cNvSpPr/>
              <p:nvPr/>
            </p:nvSpPr>
            <p:spPr>
              <a:xfrm>
                <a:off x="667023" y="1570092"/>
                <a:ext cx="1439129" cy="1249757"/>
              </a:xfrm>
              <a:custGeom>
                <a:avLst/>
                <a:gdLst/>
                <a:ahLst/>
                <a:cxnLst/>
                <a:rect l="l" t="t" r="r" b="b"/>
                <a:pathLst>
                  <a:path w="61898" h="53753" extrusionOk="0">
                    <a:moveTo>
                      <a:pt x="30950" y="0"/>
                    </a:moveTo>
                    <a:cubicBezTo>
                      <a:pt x="28754" y="1744"/>
                      <a:pt x="20519" y="7692"/>
                      <a:pt x="10168" y="7862"/>
                    </a:cubicBezTo>
                    <a:cubicBezTo>
                      <a:pt x="10168" y="7862"/>
                      <a:pt x="1" y="42385"/>
                      <a:pt x="30950" y="53752"/>
                    </a:cubicBezTo>
                    <a:cubicBezTo>
                      <a:pt x="61898" y="42385"/>
                      <a:pt x="51730" y="7862"/>
                      <a:pt x="51730" y="7862"/>
                    </a:cubicBezTo>
                    <a:cubicBezTo>
                      <a:pt x="41380" y="7692"/>
                      <a:pt x="33146" y="1744"/>
                      <a:pt x="309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6"/>
              <p:cNvSpPr/>
              <p:nvPr/>
            </p:nvSpPr>
            <p:spPr>
              <a:xfrm>
                <a:off x="1122607" y="1950811"/>
                <a:ext cx="558232" cy="437844"/>
              </a:xfrm>
              <a:custGeom>
                <a:avLst/>
                <a:gdLst/>
                <a:ahLst/>
                <a:cxnLst/>
                <a:rect l="l" t="t" r="r" b="b"/>
                <a:pathLst>
                  <a:path w="24010" h="18832" extrusionOk="0">
                    <a:moveTo>
                      <a:pt x="21357" y="1"/>
                    </a:moveTo>
                    <a:lnTo>
                      <a:pt x="9034" y="14110"/>
                    </a:lnTo>
                    <a:lnTo>
                      <a:pt x="2048" y="9121"/>
                    </a:lnTo>
                    <a:lnTo>
                      <a:pt x="0" y="11987"/>
                    </a:lnTo>
                    <a:lnTo>
                      <a:pt x="9587" y="18831"/>
                    </a:lnTo>
                    <a:lnTo>
                      <a:pt x="24009" y="2319"/>
                    </a:lnTo>
                    <a:lnTo>
                      <a:pt x="213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6"/>
              <p:cNvSpPr/>
              <p:nvPr/>
            </p:nvSpPr>
            <p:spPr>
              <a:xfrm>
                <a:off x="1196239" y="1742421"/>
                <a:ext cx="909912" cy="1077428"/>
              </a:xfrm>
              <a:custGeom>
                <a:avLst/>
                <a:gdLst/>
                <a:ahLst/>
                <a:cxnLst/>
                <a:rect l="l" t="t" r="r" b="b"/>
                <a:pathLst>
                  <a:path w="39136" h="46341" extrusionOk="0">
                    <a:moveTo>
                      <a:pt x="24380" y="0"/>
                    </a:moveTo>
                    <a:cubicBezTo>
                      <a:pt x="24919" y="13103"/>
                      <a:pt x="21662" y="32654"/>
                      <a:pt x="0" y="42228"/>
                    </a:cubicBezTo>
                    <a:cubicBezTo>
                      <a:pt x="2344" y="43794"/>
                      <a:pt x="5052" y="45188"/>
                      <a:pt x="8188" y="46340"/>
                    </a:cubicBezTo>
                    <a:cubicBezTo>
                      <a:pt x="39136" y="34973"/>
                      <a:pt x="28968" y="450"/>
                      <a:pt x="28968" y="450"/>
                    </a:cubicBezTo>
                    <a:cubicBezTo>
                      <a:pt x="27384" y="423"/>
                      <a:pt x="25851" y="260"/>
                      <a:pt x="2438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6"/>
              <p:cNvSpPr/>
              <p:nvPr/>
            </p:nvSpPr>
            <p:spPr>
              <a:xfrm>
                <a:off x="684646" y="1942580"/>
                <a:ext cx="303273" cy="298344"/>
              </a:xfrm>
              <a:custGeom>
                <a:avLst/>
                <a:gdLst/>
                <a:ahLst/>
                <a:cxnLst/>
                <a:rect l="l" t="t" r="r" b="b"/>
                <a:pathLst>
                  <a:path w="13044" h="12832" extrusionOk="0">
                    <a:moveTo>
                      <a:pt x="7432" y="1682"/>
                    </a:moveTo>
                    <a:cubicBezTo>
                      <a:pt x="9597" y="1682"/>
                      <a:pt x="11360" y="3444"/>
                      <a:pt x="11360" y="5610"/>
                    </a:cubicBezTo>
                    <a:lnTo>
                      <a:pt x="11360" y="7217"/>
                    </a:lnTo>
                    <a:cubicBezTo>
                      <a:pt x="11360" y="9385"/>
                      <a:pt x="9599" y="11147"/>
                      <a:pt x="7432" y="11147"/>
                    </a:cubicBezTo>
                    <a:lnTo>
                      <a:pt x="5612" y="11147"/>
                    </a:lnTo>
                    <a:cubicBezTo>
                      <a:pt x="3447" y="11147"/>
                      <a:pt x="1683" y="9384"/>
                      <a:pt x="1683" y="7217"/>
                    </a:cubicBezTo>
                    <a:lnTo>
                      <a:pt x="1683" y="5610"/>
                    </a:lnTo>
                    <a:cubicBezTo>
                      <a:pt x="1683" y="3444"/>
                      <a:pt x="3445" y="1682"/>
                      <a:pt x="5612" y="1682"/>
                    </a:cubicBezTo>
                    <a:close/>
                    <a:moveTo>
                      <a:pt x="5612" y="0"/>
                    </a:moveTo>
                    <a:cubicBezTo>
                      <a:pt x="2517" y="0"/>
                      <a:pt x="0" y="2517"/>
                      <a:pt x="0" y="5612"/>
                    </a:cubicBezTo>
                    <a:lnTo>
                      <a:pt x="0" y="7219"/>
                    </a:lnTo>
                    <a:cubicBezTo>
                      <a:pt x="0" y="10313"/>
                      <a:pt x="2517" y="12832"/>
                      <a:pt x="5612" y="12832"/>
                    </a:cubicBezTo>
                    <a:lnTo>
                      <a:pt x="7432" y="12832"/>
                    </a:lnTo>
                    <a:cubicBezTo>
                      <a:pt x="10527" y="12832"/>
                      <a:pt x="13043" y="10313"/>
                      <a:pt x="13043" y="7219"/>
                    </a:cubicBezTo>
                    <a:lnTo>
                      <a:pt x="13043" y="5612"/>
                    </a:lnTo>
                    <a:cubicBezTo>
                      <a:pt x="13043" y="2517"/>
                      <a:pt x="10527" y="0"/>
                      <a:pt x="74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6"/>
              <p:cNvSpPr/>
              <p:nvPr/>
            </p:nvSpPr>
            <p:spPr>
              <a:xfrm>
                <a:off x="616175" y="2074152"/>
                <a:ext cx="440216" cy="440239"/>
              </a:xfrm>
              <a:custGeom>
                <a:avLst/>
                <a:gdLst/>
                <a:ahLst/>
                <a:cxnLst/>
                <a:rect l="l" t="t" r="r" b="b"/>
                <a:pathLst>
                  <a:path w="18934" h="18935" extrusionOk="0">
                    <a:moveTo>
                      <a:pt x="5504" y="1"/>
                    </a:moveTo>
                    <a:cubicBezTo>
                      <a:pt x="2477" y="1"/>
                      <a:pt x="0" y="2478"/>
                      <a:pt x="0" y="5507"/>
                    </a:cubicBezTo>
                    <a:lnTo>
                      <a:pt x="0" y="13430"/>
                    </a:lnTo>
                    <a:cubicBezTo>
                      <a:pt x="0" y="16458"/>
                      <a:pt x="2477" y="18934"/>
                      <a:pt x="5504" y="18934"/>
                    </a:cubicBezTo>
                    <a:lnTo>
                      <a:pt x="13429" y="18934"/>
                    </a:lnTo>
                    <a:cubicBezTo>
                      <a:pt x="16456" y="18934"/>
                      <a:pt x="18933" y="16458"/>
                      <a:pt x="18933" y="13430"/>
                    </a:cubicBezTo>
                    <a:lnTo>
                      <a:pt x="18933" y="5507"/>
                    </a:lnTo>
                    <a:cubicBezTo>
                      <a:pt x="18933" y="2478"/>
                      <a:pt x="16456" y="1"/>
                      <a:pt x="134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6"/>
              <p:cNvSpPr/>
              <p:nvPr/>
            </p:nvSpPr>
            <p:spPr>
              <a:xfrm>
                <a:off x="643866" y="2101866"/>
                <a:ext cx="412525" cy="412478"/>
              </a:xfrm>
              <a:custGeom>
                <a:avLst/>
                <a:gdLst/>
                <a:ahLst/>
                <a:cxnLst/>
                <a:rect l="l" t="t" r="r" b="b"/>
                <a:pathLst>
                  <a:path w="17743" h="17741" extrusionOk="0">
                    <a:moveTo>
                      <a:pt x="15642" y="0"/>
                    </a:moveTo>
                    <a:lnTo>
                      <a:pt x="15642" y="0"/>
                    </a:lnTo>
                    <a:cubicBezTo>
                      <a:pt x="16386" y="940"/>
                      <a:pt x="16832" y="2123"/>
                      <a:pt x="16832" y="3404"/>
                    </a:cubicBezTo>
                    <a:lnTo>
                      <a:pt x="16832" y="11329"/>
                    </a:lnTo>
                    <a:cubicBezTo>
                      <a:pt x="16832" y="14356"/>
                      <a:pt x="14356" y="16834"/>
                      <a:pt x="11328" y="16834"/>
                    </a:cubicBezTo>
                    <a:lnTo>
                      <a:pt x="3405" y="16834"/>
                    </a:lnTo>
                    <a:cubicBezTo>
                      <a:pt x="2121" y="16834"/>
                      <a:pt x="940" y="16384"/>
                      <a:pt x="0" y="15641"/>
                    </a:cubicBezTo>
                    <a:lnTo>
                      <a:pt x="0" y="15641"/>
                    </a:lnTo>
                    <a:cubicBezTo>
                      <a:pt x="1011" y="16915"/>
                      <a:pt x="2568" y="17741"/>
                      <a:pt x="4312" y="17741"/>
                    </a:cubicBezTo>
                    <a:lnTo>
                      <a:pt x="12237" y="17741"/>
                    </a:lnTo>
                    <a:cubicBezTo>
                      <a:pt x="15264" y="17741"/>
                      <a:pt x="17741" y="15265"/>
                      <a:pt x="17741" y="12237"/>
                    </a:cubicBezTo>
                    <a:lnTo>
                      <a:pt x="17741" y="4313"/>
                    </a:lnTo>
                    <a:cubicBezTo>
                      <a:pt x="17742" y="2571"/>
                      <a:pt x="16917" y="1011"/>
                      <a:pt x="156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6"/>
              <p:cNvSpPr/>
              <p:nvPr/>
            </p:nvSpPr>
            <p:spPr>
              <a:xfrm>
                <a:off x="770229" y="2177754"/>
                <a:ext cx="132107" cy="260307"/>
              </a:xfrm>
              <a:custGeom>
                <a:avLst/>
                <a:gdLst/>
                <a:ahLst/>
                <a:cxnLst/>
                <a:rect l="l" t="t" r="r" b="b"/>
                <a:pathLst>
                  <a:path w="5682" h="11196" extrusionOk="0">
                    <a:moveTo>
                      <a:pt x="2841" y="1"/>
                    </a:moveTo>
                    <a:cubicBezTo>
                      <a:pt x="1272" y="1"/>
                      <a:pt x="0" y="1272"/>
                      <a:pt x="0" y="2841"/>
                    </a:cubicBezTo>
                    <a:cubicBezTo>
                      <a:pt x="0" y="3966"/>
                      <a:pt x="659" y="4931"/>
                      <a:pt x="1610" y="5390"/>
                    </a:cubicBezTo>
                    <a:lnTo>
                      <a:pt x="197" y="10712"/>
                    </a:lnTo>
                    <a:cubicBezTo>
                      <a:pt x="142" y="10978"/>
                      <a:pt x="320" y="11195"/>
                      <a:pt x="592" y="11195"/>
                    </a:cubicBezTo>
                    <a:lnTo>
                      <a:pt x="5093" y="11195"/>
                    </a:lnTo>
                    <a:cubicBezTo>
                      <a:pt x="5362" y="11195"/>
                      <a:pt x="5541" y="10979"/>
                      <a:pt x="5487" y="10712"/>
                    </a:cubicBezTo>
                    <a:lnTo>
                      <a:pt x="4074" y="5389"/>
                    </a:lnTo>
                    <a:cubicBezTo>
                      <a:pt x="5021" y="4931"/>
                      <a:pt x="5681" y="3969"/>
                      <a:pt x="5681" y="2841"/>
                    </a:cubicBezTo>
                    <a:cubicBezTo>
                      <a:pt x="5681" y="1272"/>
                      <a:pt x="4409" y="1"/>
                      <a:pt x="28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6"/>
              <p:cNvSpPr/>
              <p:nvPr/>
            </p:nvSpPr>
            <p:spPr>
              <a:xfrm>
                <a:off x="1520181" y="2312813"/>
                <a:ext cx="460792" cy="419849"/>
              </a:xfrm>
              <a:custGeom>
                <a:avLst/>
                <a:gdLst/>
                <a:ahLst/>
                <a:cxnLst/>
                <a:rect l="l" t="t" r="r" b="b"/>
                <a:pathLst>
                  <a:path w="19819" h="18058" extrusionOk="0">
                    <a:moveTo>
                      <a:pt x="9912" y="2045"/>
                    </a:moveTo>
                    <a:cubicBezTo>
                      <a:pt x="11699" y="2045"/>
                      <a:pt x="13486" y="2726"/>
                      <a:pt x="14849" y="4089"/>
                    </a:cubicBezTo>
                    <a:cubicBezTo>
                      <a:pt x="17573" y="6818"/>
                      <a:pt x="17573" y="11238"/>
                      <a:pt x="14849" y="13963"/>
                    </a:cubicBezTo>
                    <a:cubicBezTo>
                      <a:pt x="13485" y="15326"/>
                      <a:pt x="11698" y="16007"/>
                      <a:pt x="9911" y="16007"/>
                    </a:cubicBezTo>
                    <a:cubicBezTo>
                      <a:pt x="8124" y="16007"/>
                      <a:pt x="6338" y="15326"/>
                      <a:pt x="4975" y="13963"/>
                    </a:cubicBezTo>
                    <a:cubicBezTo>
                      <a:pt x="2250" y="11238"/>
                      <a:pt x="2250" y="6817"/>
                      <a:pt x="4975" y="4089"/>
                    </a:cubicBezTo>
                    <a:cubicBezTo>
                      <a:pt x="6338" y="2726"/>
                      <a:pt x="8125" y="2045"/>
                      <a:pt x="9912" y="2045"/>
                    </a:cubicBezTo>
                    <a:close/>
                    <a:moveTo>
                      <a:pt x="9911" y="1"/>
                    </a:moveTo>
                    <a:cubicBezTo>
                      <a:pt x="7601" y="1"/>
                      <a:pt x="5289" y="882"/>
                      <a:pt x="3526" y="2645"/>
                    </a:cubicBezTo>
                    <a:cubicBezTo>
                      <a:pt x="1" y="6171"/>
                      <a:pt x="1" y="11887"/>
                      <a:pt x="3526" y="15413"/>
                    </a:cubicBezTo>
                    <a:cubicBezTo>
                      <a:pt x="5289" y="17176"/>
                      <a:pt x="7600" y="18057"/>
                      <a:pt x="9910" y="18057"/>
                    </a:cubicBezTo>
                    <a:cubicBezTo>
                      <a:pt x="12221" y="18057"/>
                      <a:pt x="14531" y="17176"/>
                      <a:pt x="16294" y="15413"/>
                    </a:cubicBezTo>
                    <a:cubicBezTo>
                      <a:pt x="19819" y="11887"/>
                      <a:pt x="19819" y="6171"/>
                      <a:pt x="16294" y="2645"/>
                    </a:cubicBezTo>
                    <a:cubicBezTo>
                      <a:pt x="14533" y="882"/>
                      <a:pt x="12222" y="1"/>
                      <a:pt x="99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6"/>
              <p:cNvSpPr/>
              <p:nvPr/>
            </p:nvSpPr>
            <p:spPr>
              <a:xfrm>
                <a:off x="1572494" y="2360336"/>
                <a:ext cx="356283" cy="324663"/>
              </a:xfrm>
              <a:custGeom>
                <a:avLst/>
                <a:gdLst/>
                <a:ahLst/>
                <a:cxnLst/>
                <a:rect l="l" t="t" r="r" b="b"/>
                <a:pathLst>
                  <a:path w="15324" h="13964" extrusionOk="0">
                    <a:moveTo>
                      <a:pt x="7662" y="1"/>
                    </a:moveTo>
                    <a:cubicBezTo>
                      <a:pt x="5875" y="1"/>
                      <a:pt x="4088" y="682"/>
                      <a:pt x="2725" y="2045"/>
                    </a:cubicBezTo>
                    <a:cubicBezTo>
                      <a:pt x="0" y="4773"/>
                      <a:pt x="0" y="9194"/>
                      <a:pt x="2725" y="11919"/>
                    </a:cubicBezTo>
                    <a:cubicBezTo>
                      <a:pt x="4088" y="13282"/>
                      <a:pt x="5874" y="13963"/>
                      <a:pt x="7661" y="13963"/>
                    </a:cubicBezTo>
                    <a:cubicBezTo>
                      <a:pt x="9448" y="13963"/>
                      <a:pt x="11235" y="13282"/>
                      <a:pt x="12599" y="11919"/>
                    </a:cubicBezTo>
                    <a:cubicBezTo>
                      <a:pt x="15323" y="9194"/>
                      <a:pt x="15323" y="4774"/>
                      <a:pt x="12599" y="2045"/>
                    </a:cubicBezTo>
                    <a:cubicBezTo>
                      <a:pt x="11236" y="682"/>
                      <a:pt x="9449" y="1"/>
                      <a:pt x="76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6"/>
              <p:cNvSpPr/>
              <p:nvPr/>
            </p:nvSpPr>
            <p:spPr>
              <a:xfrm>
                <a:off x="1847100" y="2619178"/>
                <a:ext cx="206506" cy="206483"/>
              </a:xfrm>
              <a:custGeom>
                <a:avLst/>
                <a:gdLst/>
                <a:ahLst/>
                <a:cxnLst/>
                <a:rect l="l" t="t" r="r" b="b"/>
                <a:pathLst>
                  <a:path w="8882" h="8881" extrusionOk="0">
                    <a:moveTo>
                      <a:pt x="1573" y="0"/>
                    </a:moveTo>
                    <a:lnTo>
                      <a:pt x="0" y="1574"/>
                    </a:lnTo>
                    <a:lnTo>
                      <a:pt x="7309" y="8880"/>
                    </a:lnTo>
                    <a:lnTo>
                      <a:pt x="8882" y="7310"/>
                    </a:lnTo>
                    <a:lnTo>
                      <a:pt x="157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6"/>
              <p:cNvSpPr/>
              <p:nvPr/>
            </p:nvSpPr>
            <p:spPr>
              <a:xfrm>
                <a:off x="1980462" y="2752540"/>
                <a:ext cx="73144" cy="73121"/>
              </a:xfrm>
              <a:custGeom>
                <a:avLst/>
                <a:gdLst/>
                <a:ahLst/>
                <a:cxnLst/>
                <a:rect l="l" t="t" r="r" b="b"/>
                <a:pathLst>
                  <a:path w="3146" h="3145" extrusionOk="0">
                    <a:moveTo>
                      <a:pt x="1573" y="0"/>
                    </a:moveTo>
                    <a:lnTo>
                      <a:pt x="0" y="1574"/>
                    </a:lnTo>
                    <a:lnTo>
                      <a:pt x="1573" y="3144"/>
                    </a:lnTo>
                    <a:lnTo>
                      <a:pt x="3146" y="1574"/>
                    </a:lnTo>
                    <a:lnTo>
                      <a:pt x="15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6"/>
              <p:cNvSpPr/>
              <p:nvPr/>
            </p:nvSpPr>
            <p:spPr>
              <a:xfrm>
                <a:off x="1727339" y="2398978"/>
                <a:ext cx="50057" cy="50034"/>
              </a:xfrm>
              <a:custGeom>
                <a:avLst/>
                <a:gdLst/>
                <a:ahLst/>
                <a:cxnLst/>
                <a:rect l="l" t="t" r="r" b="b"/>
                <a:pathLst>
                  <a:path w="2153" h="2152" extrusionOk="0">
                    <a:moveTo>
                      <a:pt x="1077" y="0"/>
                    </a:moveTo>
                    <a:cubicBezTo>
                      <a:pt x="482" y="0"/>
                      <a:pt x="0" y="482"/>
                      <a:pt x="0" y="1076"/>
                    </a:cubicBezTo>
                    <a:cubicBezTo>
                      <a:pt x="0" y="1669"/>
                      <a:pt x="482" y="2151"/>
                      <a:pt x="1077" y="2151"/>
                    </a:cubicBezTo>
                    <a:cubicBezTo>
                      <a:pt x="1671" y="2151"/>
                      <a:pt x="2153" y="1669"/>
                      <a:pt x="2153" y="1076"/>
                    </a:cubicBezTo>
                    <a:cubicBezTo>
                      <a:pt x="2153" y="482"/>
                      <a:pt x="1671" y="0"/>
                      <a:pt x="10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" name="Google Shape;336;p36">
            <a:extLst>
              <a:ext uri="{FF2B5EF4-FFF2-40B4-BE49-F238E27FC236}">
                <a16:creationId xmlns:a16="http://schemas.microsoft.com/office/drawing/2014/main" id="{06B38147-B8AA-428A-B00F-F77E7BF38750}"/>
              </a:ext>
            </a:extLst>
          </p:cNvPr>
          <p:cNvSpPr/>
          <p:nvPr/>
        </p:nvSpPr>
        <p:spPr>
          <a:xfrm>
            <a:off x="2834032" y="3460193"/>
            <a:ext cx="810000" cy="55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348;p36">
            <a:extLst>
              <a:ext uri="{FF2B5EF4-FFF2-40B4-BE49-F238E27FC236}">
                <a16:creationId xmlns:a16="http://schemas.microsoft.com/office/drawing/2014/main" id="{B06014CA-D4CF-4E38-8B9E-46BD720A8F25}"/>
              </a:ext>
            </a:extLst>
          </p:cNvPr>
          <p:cNvSpPr txBox="1">
            <a:spLocks/>
          </p:cNvSpPr>
          <p:nvPr/>
        </p:nvSpPr>
        <p:spPr>
          <a:xfrm>
            <a:off x="3644032" y="3460493"/>
            <a:ext cx="45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dirty="0" err="1"/>
              <a:t>Dự</a:t>
            </a:r>
            <a:r>
              <a:rPr lang="vi-VN" dirty="0"/>
              <a:t>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lang="vi-VN" dirty="0"/>
          </a:p>
        </p:txBody>
      </p:sp>
      <p:sp>
        <p:nvSpPr>
          <p:cNvPr id="68" name="Google Shape;349;p36">
            <a:extLst>
              <a:ext uri="{FF2B5EF4-FFF2-40B4-BE49-F238E27FC236}">
                <a16:creationId xmlns:a16="http://schemas.microsoft.com/office/drawing/2014/main" id="{4FDB0083-1F52-4FCE-9B42-3478D7A8EB07}"/>
              </a:ext>
            </a:extLst>
          </p:cNvPr>
          <p:cNvSpPr txBox="1">
            <a:spLocks/>
          </p:cNvSpPr>
          <p:nvPr/>
        </p:nvSpPr>
        <p:spPr>
          <a:xfrm>
            <a:off x="2834332" y="3460493"/>
            <a:ext cx="80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chemeClr val="accent5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dirty="0"/>
              <a:t>05</a:t>
            </a:r>
            <a:endParaRPr lang="en" dirty="0"/>
          </a:p>
        </p:txBody>
      </p:sp>
      <p:sp>
        <p:nvSpPr>
          <p:cNvPr id="73" name="Google Shape;336;p36">
            <a:extLst>
              <a:ext uri="{FF2B5EF4-FFF2-40B4-BE49-F238E27FC236}">
                <a16:creationId xmlns:a16="http://schemas.microsoft.com/office/drawing/2014/main" id="{FEE549DE-664F-49FF-B846-A770908E6CA9}"/>
              </a:ext>
            </a:extLst>
          </p:cNvPr>
          <p:cNvSpPr/>
          <p:nvPr/>
        </p:nvSpPr>
        <p:spPr>
          <a:xfrm>
            <a:off x="3304320" y="4113462"/>
            <a:ext cx="810000" cy="55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348;p36">
            <a:extLst>
              <a:ext uri="{FF2B5EF4-FFF2-40B4-BE49-F238E27FC236}">
                <a16:creationId xmlns:a16="http://schemas.microsoft.com/office/drawing/2014/main" id="{FED50D7C-5E6B-4ABB-A820-35A7F7110C5B}"/>
              </a:ext>
            </a:extLst>
          </p:cNvPr>
          <p:cNvSpPr txBox="1">
            <a:spLocks/>
          </p:cNvSpPr>
          <p:nvPr/>
        </p:nvSpPr>
        <p:spPr>
          <a:xfrm>
            <a:off x="4114320" y="4113762"/>
            <a:ext cx="45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tham </a:t>
            </a:r>
            <a:r>
              <a:rPr lang="vi-VN" dirty="0" err="1"/>
              <a:t>khảo</a:t>
            </a:r>
            <a:endParaRPr lang="vi-VN" dirty="0"/>
          </a:p>
        </p:txBody>
      </p:sp>
      <p:sp>
        <p:nvSpPr>
          <p:cNvPr id="75" name="Google Shape;349;p36">
            <a:extLst>
              <a:ext uri="{FF2B5EF4-FFF2-40B4-BE49-F238E27FC236}">
                <a16:creationId xmlns:a16="http://schemas.microsoft.com/office/drawing/2014/main" id="{E71721E9-E06D-48CF-BB55-477E9B8C59D9}"/>
              </a:ext>
            </a:extLst>
          </p:cNvPr>
          <p:cNvSpPr txBox="1">
            <a:spLocks/>
          </p:cNvSpPr>
          <p:nvPr/>
        </p:nvSpPr>
        <p:spPr>
          <a:xfrm>
            <a:off x="3304620" y="4113762"/>
            <a:ext cx="80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chemeClr val="accent5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vi-VN" dirty="0"/>
              <a:t>06</a:t>
            </a:r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/>
          <p:nvPr/>
        </p:nvSpPr>
        <p:spPr>
          <a:xfrm>
            <a:off x="5183994" y="1071331"/>
            <a:ext cx="1260000" cy="892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"/>
          <p:cNvSpPr txBox="1">
            <a:spLocks noGrp="1"/>
          </p:cNvSpPr>
          <p:nvPr>
            <p:ph type="title" idx="2"/>
          </p:nvPr>
        </p:nvSpPr>
        <p:spPr>
          <a:xfrm>
            <a:off x="5183994" y="1071331"/>
            <a:ext cx="1260000" cy="892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4140837" y="2189507"/>
            <a:ext cx="3682529" cy="1600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Mục</a:t>
            </a:r>
            <a:r>
              <a:rPr lang="vi-VN" dirty="0"/>
              <a:t> tiêu </a:t>
            </a:r>
            <a:r>
              <a:rPr lang="vi-VN" dirty="0" err="1"/>
              <a:t>đề</a:t>
            </a:r>
            <a:r>
              <a:rPr lang="vi-VN" dirty="0"/>
              <a:t> </a:t>
            </a:r>
            <a:r>
              <a:rPr lang="vi-VN" dirty="0" err="1"/>
              <a:t>tài</a:t>
            </a:r>
            <a:endParaRPr dirty="0"/>
          </a:p>
        </p:txBody>
      </p:sp>
      <p:grpSp>
        <p:nvGrpSpPr>
          <p:cNvPr id="406" name="Google Shape;406;p37"/>
          <p:cNvGrpSpPr/>
          <p:nvPr/>
        </p:nvGrpSpPr>
        <p:grpSpPr>
          <a:xfrm>
            <a:off x="719988" y="310002"/>
            <a:ext cx="2535031" cy="4523496"/>
            <a:chOff x="719988" y="310002"/>
            <a:chExt cx="2535031" cy="4523496"/>
          </a:xfrm>
        </p:grpSpPr>
        <p:sp>
          <p:nvSpPr>
            <p:cNvPr id="407" name="Google Shape;407;p37"/>
            <p:cNvSpPr/>
            <p:nvPr/>
          </p:nvSpPr>
          <p:spPr>
            <a:xfrm>
              <a:off x="2184511" y="3409533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769890" y="868849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9" name="Google Shape;409;p37"/>
            <p:cNvGrpSpPr/>
            <p:nvPr/>
          </p:nvGrpSpPr>
          <p:grpSpPr>
            <a:xfrm>
              <a:off x="998500" y="1097444"/>
              <a:ext cx="2256519" cy="2948604"/>
              <a:chOff x="1119525" y="2437600"/>
              <a:chExt cx="1296850" cy="1694600"/>
            </a:xfrm>
          </p:grpSpPr>
          <p:sp>
            <p:nvSpPr>
              <p:cNvPr id="410" name="Google Shape;410;p37"/>
              <p:cNvSpPr/>
              <p:nvPr/>
            </p:nvSpPr>
            <p:spPr>
              <a:xfrm>
                <a:off x="1219475" y="2437600"/>
                <a:ext cx="850625" cy="1694600"/>
              </a:xfrm>
              <a:custGeom>
                <a:avLst/>
                <a:gdLst/>
                <a:ahLst/>
                <a:cxnLst/>
                <a:rect l="l" t="t" r="r" b="b"/>
                <a:pathLst>
                  <a:path w="34025" h="67784" extrusionOk="0">
                    <a:moveTo>
                      <a:pt x="4295" y="0"/>
                    </a:moveTo>
                    <a:cubicBezTo>
                      <a:pt x="1934" y="0"/>
                      <a:pt x="1" y="1933"/>
                      <a:pt x="1" y="4295"/>
                    </a:cubicBezTo>
                    <a:lnTo>
                      <a:pt x="1" y="63488"/>
                    </a:lnTo>
                    <a:cubicBezTo>
                      <a:pt x="1" y="65850"/>
                      <a:pt x="1934" y="67783"/>
                      <a:pt x="4295" y="67783"/>
                    </a:cubicBezTo>
                    <a:lnTo>
                      <a:pt x="29730" y="67783"/>
                    </a:lnTo>
                    <a:cubicBezTo>
                      <a:pt x="32091" y="67783"/>
                      <a:pt x="34024" y="65850"/>
                      <a:pt x="34024" y="63488"/>
                    </a:cubicBezTo>
                    <a:lnTo>
                      <a:pt x="34024" y="4295"/>
                    </a:lnTo>
                    <a:cubicBezTo>
                      <a:pt x="34024" y="1933"/>
                      <a:pt x="32091" y="0"/>
                      <a:pt x="29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7"/>
              <p:cNvSpPr/>
              <p:nvPr/>
            </p:nvSpPr>
            <p:spPr>
              <a:xfrm>
                <a:off x="1292050" y="2538575"/>
                <a:ext cx="705425" cy="1401475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9" extrusionOk="0">
                    <a:moveTo>
                      <a:pt x="1" y="1"/>
                    </a:moveTo>
                    <a:lnTo>
                      <a:pt x="1" y="56059"/>
                    </a:lnTo>
                    <a:lnTo>
                      <a:pt x="28217" y="56059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7"/>
              <p:cNvSpPr/>
              <p:nvPr/>
            </p:nvSpPr>
            <p:spPr>
              <a:xfrm>
                <a:off x="1564275" y="4000025"/>
                <a:ext cx="16097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2147" extrusionOk="0">
                    <a:moveTo>
                      <a:pt x="1073" y="0"/>
                    </a:moveTo>
                    <a:cubicBezTo>
                      <a:pt x="481" y="0"/>
                      <a:pt x="1" y="481"/>
                      <a:pt x="1" y="1073"/>
                    </a:cubicBezTo>
                    <a:cubicBezTo>
                      <a:pt x="1" y="1666"/>
                      <a:pt x="480" y="2146"/>
                      <a:pt x="1073" y="2146"/>
                    </a:cubicBezTo>
                    <a:lnTo>
                      <a:pt x="5365" y="2146"/>
                    </a:lnTo>
                    <a:cubicBezTo>
                      <a:pt x="5958" y="2146"/>
                      <a:pt x="6439" y="1666"/>
                      <a:pt x="6439" y="1073"/>
                    </a:cubicBezTo>
                    <a:cubicBezTo>
                      <a:pt x="6439" y="481"/>
                      <a:pt x="5960" y="0"/>
                      <a:pt x="5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7"/>
              <p:cNvSpPr/>
              <p:nvPr/>
            </p:nvSpPr>
            <p:spPr>
              <a:xfrm>
                <a:off x="1292050" y="2538600"/>
                <a:ext cx="705425" cy="1401450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8" extrusionOk="0">
                    <a:moveTo>
                      <a:pt x="28217" y="1"/>
                    </a:moveTo>
                    <a:lnTo>
                      <a:pt x="1" y="56058"/>
                    </a:lnTo>
                    <a:lnTo>
                      <a:pt x="28217" y="56058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7"/>
              <p:cNvSpPr/>
              <p:nvPr/>
            </p:nvSpPr>
            <p:spPr>
              <a:xfrm>
                <a:off x="1589550" y="2745875"/>
                <a:ext cx="826825" cy="717975"/>
              </a:xfrm>
              <a:custGeom>
                <a:avLst/>
                <a:gdLst/>
                <a:ahLst/>
                <a:cxnLst/>
                <a:rect l="l" t="t" r="r" b="b"/>
                <a:pathLst>
                  <a:path w="33073" h="28719" extrusionOk="0">
                    <a:moveTo>
                      <a:pt x="16536" y="1"/>
                    </a:moveTo>
                    <a:cubicBezTo>
                      <a:pt x="15362" y="932"/>
                      <a:pt x="10963" y="4109"/>
                      <a:pt x="5433" y="4199"/>
                    </a:cubicBezTo>
                    <a:cubicBezTo>
                      <a:pt x="5433" y="4199"/>
                      <a:pt x="1" y="22645"/>
                      <a:pt x="16536" y="28719"/>
                    </a:cubicBezTo>
                    <a:cubicBezTo>
                      <a:pt x="33072" y="22645"/>
                      <a:pt x="27639" y="4199"/>
                      <a:pt x="27639" y="4199"/>
                    </a:cubicBezTo>
                    <a:cubicBezTo>
                      <a:pt x="22109" y="4108"/>
                      <a:pt x="17708" y="931"/>
                      <a:pt x="165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7"/>
              <p:cNvSpPr/>
              <p:nvPr/>
            </p:nvSpPr>
            <p:spPr>
              <a:xfrm>
                <a:off x="1626925" y="2772500"/>
                <a:ext cx="752025" cy="662575"/>
              </a:xfrm>
              <a:custGeom>
                <a:avLst/>
                <a:gdLst/>
                <a:ahLst/>
                <a:cxnLst/>
                <a:rect l="l" t="t" r="r" b="b"/>
                <a:pathLst>
                  <a:path w="30081" h="26503" extrusionOk="0">
                    <a:moveTo>
                      <a:pt x="15041" y="0"/>
                    </a:moveTo>
                    <a:lnTo>
                      <a:pt x="14800" y="191"/>
                    </a:lnTo>
                    <a:cubicBezTo>
                      <a:pt x="13743" y="1030"/>
                      <a:pt x="9925" y="3772"/>
                      <a:pt x="5140" y="3850"/>
                    </a:cubicBezTo>
                    <a:lnTo>
                      <a:pt x="4855" y="3855"/>
                    </a:lnTo>
                    <a:lnTo>
                      <a:pt x="4773" y="4128"/>
                    </a:lnTo>
                    <a:cubicBezTo>
                      <a:pt x="4723" y="4297"/>
                      <a:pt x="1" y="20979"/>
                      <a:pt x="14906" y="26452"/>
                    </a:cubicBezTo>
                    <a:lnTo>
                      <a:pt x="15041" y="26502"/>
                    </a:lnTo>
                    <a:lnTo>
                      <a:pt x="15175" y="26452"/>
                    </a:lnTo>
                    <a:cubicBezTo>
                      <a:pt x="30081" y="20979"/>
                      <a:pt x="25357" y="4297"/>
                      <a:pt x="25308" y="4128"/>
                    </a:cubicBezTo>
                    <a:lnTo>
                      <a:pt x="25228" y="3855"/>
                    </a:lnTo>
                    <a:lnTo>
                      <a:pt x="24943" y="3850"/>
                    </a:lnTo>
                    <a:cubicBezTo>
                      <a:pt x="20155" y="3772"/>
                      <a:pt x="16340" y="1030"/>
                      <a:pt x="15283" y="191"/>
                    </a:cubicBezTo>
                    <a:lnTo>
                      <a:pt x="150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7"/>
              <p:cNvSpPr/>
              <p:nvPr/>
            </p:nvSpPr>
            <p:spPr>
              <a:xfrm>
                <a:off x="1914400" y="2925375"/>
                <a:ext cx="177100" cy="174150"/>
              </a:xfrm>
              <a:custGeom>
                <a:avLst/>
                <a:gdLst/>
                <a:ahLst/>
                <a:cxnLst/>
                <a:rect l="l" t="t" r="r" b="b"/>
                <a:pathLst>
                  <a:path w="7084" h="6966" extrusionOk="0">
                    <a:moveTo>
                      <a:pt x="4036" y="913"/>
                    </a:moveTo>
                    <a:cubicBezTo>
                      <a:pt x="5213" y="913"/>
                      <a:pt x="6168" y="1871"/>
                      <a:pt x="6168" y="3046"/>
                    </a:cubicBezTo>
                    <a:lnTo>
                      <a:pt x="6168" y="3918"/>
                    </a:lnTo>
                    <a:cubicBezTo>
                      <a:pt x="6168" y="5095"/>
                      <a:pt x="5213" y="6052"/>
                      <a:pt x="4036" y="6052"/>
                    </a:cubicBezTo>
                    <a:lnTo>
                      <a:pt x="3049" y="6052"/>
                    </a:lnTo>
                    <a:cubicBezTo>
                      <a:pt x="1872" y="6052"/>
                      <a:pt x="915" y="5095"/>
                      <a:pt x="915" y="3918"/>
                    </a:cubicBezTo>
                    <a:lnTo>
                      <a:pt x="915" y="3046"/>
                    </a:lnTo>
                    <a:cubicBezTo>
                      <a:pt x="915" y="1869"/>
                      <a:pt x="1872" y="913"/>
                      <a:pt x="3049" y="913"/>
                    </a:cubicBezTo>
                    <a:close/>
                    <a:moveTo>
                      <a:pt x="3047" y="1"/>
                    </a:moveTo>
                    <a:cubicBezTo>
                      <a:pt x="1366" y="1"/>
                      <a:pt x="1" y="1366"/>
                      <a:pt x="1" y="3046"/>
                    </a:cubicBezTo>
                    <a:lnTo>
                      <a:pt x="1" y="3918"/>
                    </a:lnTo>
                    <a:cubicBezTo>
                      <a:pt x="1" y="5599"/>
                      <a:pt x="1366" y="6965"/>
                      <a:pt x="3047" y="6965"/>
                    </a:cubicBezTo>
                    <a:lnTo>
                      <a:pt x="4035" y="6965"/>
                    </a:lnTo>
                    <a:cubicBezTo>
                      <a:pt x="5715" y="6965"/>
                      <a:pt x="7083" y="5599"/>
                      <a:pt x="7081" y="3918"/>
                    </a:cubicBezTo>
                    <a:lnTo>
                      <a:pt x="7081" y="3046"/>
                    </a:lnTo>
                    <a:cubicBezTo>
                      <a:pt x="7081" y="1366"/>
                      <a:pt x="5715" y="1"/>
                      <a:pt x="40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7"/>
              <p:cNvSpPr/>
              <p:nvPr/>
            </p:nvSpPr>
            <p:spPr>
              <a:xfrm>
                <a:off x="1874500" y="3025250"/>
                <a:ext cx="256925" cy="257000"/>
              </a:xfrm>
              <a:custGeom>
                <a:avLst/>
                <a:gdLst/>
                <a:ahLst/>
                <a:cxnLst/>
                <a:rect l="l" t="t" r="r" b="b"/>
                <a:pathLst>
                  <a:path w="10277" h="10280" extrusionOk="0">
                    <a:moveTo>
                      <a:pt x="2987" y="0"/>
                    </a:moveTo>
                    <a:cubicBezTo>
                      <a:pt x="1346" y="0"/>
                      <a:pt x="0" y="1346"/>
                      <a:pt x="0" y="2989"/>
                    </a:cubicBezTo>
                    <a:lnTo>
                      <a:pt x="0" y="7290"/>
                    </a:lnTo>
                    <a:cubicBezTo>
                      <a:pt x="0" y="8934"/>
                      <a:pt x="1344" y="10279"/>
                      <a:pt x="2987" y="10279"/>
                    </a:cubicBezTo>
                    <a:lnTo>
                      <a:pt x="7289" y="10279"/>
                    </a:lnTo>
                    <a:cubicBezTo>
                      <a:pt x="8932" y="10279"/>
                      <a:pt x="10277" y="8934"/>
                      <a:pt x="10277" y="7290"/>
                    </a:cubicBezTo>
                    <a:lnTo>
                      <a:pt x="10277" y="2989"/>
                    </a:lnTo>
                    <a:cubicBezTo>
                      <a:pt x="10277" y="1346"/>
                      <a:pt x="8932" y="0"/>
                      <a:pt x="72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7"/>
              <p:cNvSpPr/>
              <p:nvPr/>
            </p:nvSpPr>
            <p:spPr>
              <a:xfrm>
                <a:off x="1890650" y="3041425"/>
                <a:ext cx="240775" cy="24082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9633" extrusionOk="0">
                    <a:moveTo>
                      <a:pt x="8491" y="0"/>
                    </a:moveTo>
                    <a:cubicBezTo>
                      <a:pt x="8894" y="512"/>
                      <a:pt x="9138" y="1152"/>
                      <a:pt x="9138" y="1849"/>
                    </a:cubicBezTo>
                    <a:lnTo>
                      <a:pt x="9138" y="6150"/>
                    </a:lnTo>
                    <a:cubicBezTo>
                      <a:pt x="9138" y="7794"/>
                      <a:pt x="7792" y="9139"/>
                      <a:pt x="6150" y="9139"/>
                    </a:cubicBezTo>
                    <a:lnTo>
                      <a:pt x="1847" y="9139"/>
                    </a:lnTo>
                    <a:cubicBezTo>
                      <a:pt x="1151" y="9139"/>
                      <a:pt x="509" y="8896"/>
                      <a:pt x="0" y="8492"/>
                    </a:cubicBezTo>
                    <a:lnTo>
                      <a:pt x="0" y="8492"/>
                    </a:lnTo>
                    <a:cubicBezTo>
                      <a:pt x="547" y="9184"/>
                      <a:pt x="1393" y="9632"/>
                      <a:pt x="2339" y="9632"/>
                    </a:cubicBezTo>
                    <a:lnTo>
                      <a:pt x="6640" y="9632"/>
                    </a:lnTo>
                    <a:cubicBezTo>
                      <a:pt x="8284" y="9632"/>
                      <a:pt x="9630" y="8287"/>
                      <a:pt x="9630" y="6643"/>
                    </a:cubicBezTo>
                    <a:lnTo>
                      <a:pt x="9630" y="2342"/>
                    </a:lnTo>
                    <a:cubicBezTo>
                      <a:pt x="9631" y="1396"/>
                      <a:pt x="9182" y="550"/>
                      <a:pt x="8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7"/>
              <p:cNvSpPr/>
              <p:nvPr/>
            </p:nvSpPr>
            <p:spPr>
              <a:xfrm>
                <a:off x="1964400" y="3085750"/>
                <a:ext cx="77125" cy="151975"/>
              </a:xfrm>
              <a:custGeom>
                <a:avLst/>
                <a:gdLst/>
                <a:ahLst/>
                <a:cxnLst/>
                <a:rect l="l" t="t" r="r" b="b"/>
                <a:pathLst>
                  <a:path w="3085" h="6079" extrusionOk="0">
                    <a:moveTo>
                      <a:pt x="1543" y="1"/>
                    </a:moveTo>
                    <a:cubicBezTo>
                      <a:pt x="691" y="1"/>
                      <a:pt x="1" y="691"/>
                      <a:pt x="1" y="1543"/>
                    </a:cubicBezTo>
                    <a:cubicBezTo>
                      <a:pt x="1" y="2153"/>
                      <a:pt x="359" y="2677"/>
                      <a:pt x="876" y="2927"/>
                    </a:cubicBezTo>
                    <a:lnTo>
                      <a:pt x="110" y="5816"/>
                    </a:lnTo>
                    <a:cubicBezTo>
                      <a:pt x="81" y="5959"/>
                      <a:pt x="177" y="6079"/>
                      <a:pt x="325" y="6079"/>
                    </a:cubicBezTo>
                    <a:lnTo>
                      <a:pt x="2767" y="6079"/>
                    </a:lnTo>
                    <a:cubicBezTo>
                      <a:pt x="2913" y="6079"/>
                      <a:pt x="3010" y="5959"/>
                      <a:pt x="2982" y="5816"/>
                    </a:cubicBezTo>
                    <a:lnTo>
                      <a:pt x="2215" y="2927"/>
                    </a:lnTo>
                    <a:cubicBezTo>
                      <a:pt x="2726" y="2677"/>
                      <a:pt x="3084" y="2153"/>
                      <a:pt x="3084" y="1543"/>
                    </a:cubicBezTo>
                    <a:cubicBezTo>
                      <a:pt x="3084" y="691"/>
                      <a:pt x="2394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7"/>
              <p:cNvSpPr/>
              <p:nvPr/>
            </p:nvSpPr>
            <p:spPr>
              <a:xfrm>
                <a:off x="1131100" y="3216975"/>
                <a:ext cx="427175" cy="389225"/>
              </a:xfrm>
              <a:custGeom>
                <a:avLst/>
                <a:gdLst/>
                <a:ahLst/>
                <a:cxnLst/>
                <a:rect l="l" t="t" r="r" b="b"/>
                <a:pathLst>
                  <a:path w="17087" h="15569" extrusionOk="0">
                    <a:moveTo>
                      <a:pt x="8544" y="1765"/>
                    </a:moveTo>
                    <a:cubicBezTo>
                      <a:pt x="10084" y="1765"/>
                      <a:pt x="11625" y="2353"/>
                      <a:pt x="12800" y="3528"/>
                    </a:cubicBezTo>
                    <a:cubicBezTo>
                      <a:pt x="15151" y="5879"/>
                      <a:pt x="15151" y="9690"/>
                      <a:pt x="12800" y="12040"/>
                    </a:cubicBezTo>
                    <a:cubicBezTo>
                      <a:pt x="11624" y="13216"/>
                      <a:pt x="10083" y="13804"/>
                      <a:pt x="8543" y="13804"/>
                    </a:cubicBezTo>
                    <a:cubicBezTo>
                      <a:pt x="7003" y="13804"/>
                      <a:pt x="5462" y="13216"/>
                      <a:pt x="4288" y="12041"/>
                    </a:cubicBezTo>
                    <a:cubicBezTo>
                      <a:pt x="1937" y="9690"/>
                      <a:pt x="1937" y="5879"/>
                      <a:pt x="4288" y="3528"/>
                    </a:cubicBezTo>
                    <a:cubicBezTo>
                      <a:pt x="5463" y="2353"/>
                      <a:pt x="7004" y="1765"/>
                      <a:pt x="8544" y="1765"/>
                    </a:cubicBezTo>
                    <a:close/>
                    <a:moveTo>
                      <a:pt x="8544" y="1"/>
                    </a:moveTo>
                    <a:cubicBezTo>
                      <a:pt x="6552" y="1"/>
                      <a:pt x="4560" y="761"/>
                      <a:pt x="3041" y="2280"/>
                    </a:cubicBezTo>
                    <a:cubicBezTo>
                      <a:pt x="1" y="5320"/>
                      <a:pt x="1" y="10249"/>
                      <a:pt x="3041" y="13289"/>
                    </a:cubicBezTo>
                    <a:cubicBezTo>
                      <a:pt x="4561" y="14809"/>
                      <a:pt x="6553" y="15569"/>
                      <a:pt x="8545" y="15569"/>
                    </a:cubicBezTo>
                    <a:cubicBezTo>
                      <a:pt x="10537" y="15569"/>
                      <a:pt x="12530" y="14809"/>
                      <a:pt x="14049" y="13289"/>
                    </a:cubicBezTo>
                    <a:cubicBezTo>
                      <a:pt x="17087" y="10249"/>
                      <a:pt x="17087" y="5321"/>
                      <a:pt x="14049" y="2282"/>
                    </a:cubicBezTo>
                    <a:cubicBezTo>
                      <a:pt x="12529" y="761"/>
                      <a:pt x="10537" y="1"/>
                      <a:pt x="85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7"/>
              <p:cNvSpPr/>
              <p:nvPr/>
            </p:nvSpPr>
            <p:spPr>
              <a:xfrm>
                <a:off x="1179500" y="3261100"/>
                <a:ext cx="330400" cy="300975"/>
              </a:xfrm>
              <a:custGeom>
                <a:avLst/>
                <a:gdLst/>
                <a:ahLst/>
                <a:cxnLst/>
                <a:rect l="l" t="t" r="r" b="b"/>
                <a:pathLst>
                  <a:path w="13216" h="12039" extrusionOk="0">
                    <a:moveTo>
                      <a:pt x="6608" y="0"/>
                    </a:moveTo>
                    <a:cubicBezTo>
                      <a:pt x="5068" y="0"/>
                      <a:pt x="3527" y="588"/>
                      <a:pt x="2352" y="1763"/>
                    </a:cubicBezTo>
                    <a:cubicBezTo>
                      <a:pt x="1" y="4114"/>
                      <a:pt x="1" y="7925"/>
                      <a:pt x="2352" y="10276"/>
                    </a:cubicBezTo>
                    <a:cubicBezTo>
                      <a:pt x="3526" y="11451"/>
                      <a:pt x="5067" y="12039"/>
                      <a:pt x="6607" y="12039"/>
                    </a:cubicBezTo>
                    <a:cubicBezTo>
                      <a:pt x="8147" y="12039"/>
                      <a:pt x="9688" y="11451"/>
                      <a:pt x="10864" y="10275"/>
                    </a:cubicBezTo>
                    <a:cubicBezTo>
                      <a:pt x="13215" y="7925"/>
                      <a:pt x="13215" y="4114"/>
                      <a:pt x="10864" y="1763"/>
                    </a:cubicBezTo>
                    <a:cubicBezTo>
                      <a:pt x="9689" y="588"/>
                      <a:pt x="8148" y="0"/>
                      <a:pt x="66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7"/>
              <p:cNvSpPr/>
              <p:nvPr/>
            </p:nvSpPr>
            <p:spPr>
              <a:xfrm>
                <a:off x="1434150" y="3501025"/>
                <a:ext cx="191475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7659" h="7656" extrusionOk="0">
                    <a:moveTo>
                      <a:pt x="1357" y="0"/>
                    </a:moveTo>
                    <a:lnTo>
                      <a:pt x="0" y="1356"/>
                    </a:lnTo>
                    <a:lnTo>
                      <a:pt x="6301" y="7656"/>
                    </a:lnTo>
                    <a:lnTo>
                      <a:pt x="7658" y="6301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7"/>
              <p:cNvSpPr/>
              <p:nvPr/>
            </p:nvSpPr>
            <p:spPr>
              <a:xfrm>
                <a:off x="1557750" y="3624625"/>
                <a:ext cx="67875" cy="67800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2712" extrusionOk="0">
                    <a:moveTo>
                      <a:pt x="1357" y="1"/>
                    </a:moveTo>
                    <a:lnTo>
                      <a:pt x="0" y="1357"/>
                    </a:lnTo>
                    <a:lnTo>
                      <a:pt x="1357" y="2712"/>
                    </a:lnTo>
                    <a:lnTo>
                      <a:pt x="2714" y="1357"/>
                    </a:lnTo>
                    <a:lnTo>
                      <a:pt x="13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7"/>
              <p:cNvSpPr/>
              <p:nvPr/>
            </p:nvSpPr>
            <p:spPr>
              <a:xfrm>
                <a:off x="1248675" y="3327200"/>
                <a:ext cx="188775" cy="168725"/>
              </a:xfrm>
              <a:custGeom>
                <a:avLst/>
                <a:gdLst/>
                <a:ahLst/>
                <a:cxnLst/>
                <a:rect l="l" t="t" r="r" b="b"/>
                <a:pathLst>
                  <a:path w="7551" h="6749" extrusionOk="0">
                    <a:moveTo>
                      <a:pt x="3774" y="0"/>
                    </a:moveTo>
                    <a:cubicBezTo>
                      <a:pt x="3125" y="0"/>
                      <a:pt x="2596" y="527"/>
                      <a:pt x="2596" y="1179"/>
                    </a:cubicBezTo>
                    <a:cubicBezTo>
                      <a:pt x="2596" y="1422"/>
                      <a:pt x="2670" y="1648"/>
                      <a:pt x="2795" y="1836"/>
                    </a:cubicBezTo>
                    <a:cubicBezTo>
                      <a:pt x="2633" y="1964"/>
                      <a:pt x="2485" y="2127"/>
                      <a:pt x="2357" y="2313"/>
                    </a:cubicBezTo>
                    <a:cubicBezTo>
                      <a:pt x="1883" y="2014"/>
                      <a:pt x="1408" y="1717"/>
                      <a:pt x="934" y="1419"/>
                    </a:cubicBezTo>
                    <a:cubicBezTo>
                      <a:pt x="897" y="1396"/>
                      <a:pt x="861" y="1386"/>
                      <a:pt x="826" y="1386"/>
                    </a:cubicBezTo>
                    <a:cubicBezTo>
                      <a:pt x="647" y="1386"/>
                      <a:pt x="530" y="1661"/>
                      <a:pt x="722" y="1782"/>
                    </a:cubicBezTo>
                    <a:cubicBezTo>
                      <a:pt x="1198" y="2080"/>
                      <a:pt x="1673" y="2378"/>
                      <a:pt x="2148" y="2678"/>
                    </a:cubicBezTo>
                    <a:cubicBezTo>
                      <a:pt x="1984" y="3026"/>
                      <a:pt x="1879" y="3434"/>
                      <a:pt x="1860" y="3869"/>
                    </a:cubicBezTo>
                    <a:cubicBezTo>
                      <a:pt x="1331" y="3813"/>
                      <a:pt x="799" y="3758"/>
                      <a:pt x="269" y="3703"/>
                    </a:cubicBezTo>
                    <a:cubicBezTo>
                      <a:pt x="260" y="3702"/>
                      <a:pt x="251" y="3701"/>
                      <a:pt x="243" y="3701"/>
                    </a:cubicBezTo>
                    <a:cubicBezTo>
                      <a:pt x="0" y="3701"/>
                      <a:pt x="10" y="4096"/>
                      <a:pt x="269" y="4122"/>
                    </a:cubicBezTo>
                    <a:cubicBezTo>
                      <a:pt x="802" y="4178"/>
                      <a:pt x="1334" y="4232"/>
                      <a:pt x="1867" y="4288"/>
                    </a:cubicBezTo>
                    <a:cubicBezTo>
                      <a:pt x="1896" y="4666"/>
                      <a:pt x="1988" y="5019"/>
                      <a:pt x="2128" y="5330"/>
                    </a:cubicBezTo>
                    <a:cubicBezTo>
                      <a:pt x="1749" y="5684"/>
                      <a:pt x="1369" y="6039"/>
                      <a:pt x="989" y="6393"/>
                    </a:cubicBezTo>
                    <a:cubicBezTo>
                      <a:pt x="835" y="6538"/>
                      <a:pt x="981" y="6749"/>
                      <a:pt x="1147" y="6749"/>
                    </a:cubicBezTo>
                    <a:cubicBezTo>
                      <a:pt x="1194" y="6749"/>
                      <a:pt x="1243" y="6732"/>
                      <a:pt x="1287" y="6691"/>
                    </a:cubicBezTo>
                    <a:cubicBezTo>
                      <a:pt x="1639" y="6364"/>
                      <a:pt x="1988" y="6036"/>
                      <a:pt x="2338" y="5709"/>
                    </a:cubicBezTo>
                    <a:cubicBezTo>
                      <a:pt x="2689" y="6236"/>
                      <a:pt x="3203" y="6570"/>
                      <a:pt x="3776" y="6570"/>
                    </a:cubicBezTo>
                    <a:cubicBezTo>
                      <a:pt x="4350" y="6570"/>
                      <a:pt x="4862" y="6237"/>
                      <a:pt x="5214" y="5709"/>
                    </a:cubicBezTo>
                    <a:cubicBezTo>
                      <a:pt x="5565" y="6036"/>
                      <a:pt x="5915" y="6364"/>
                      <a:pt x="6265" y="6691"/>
                    </a:cubicBezTo>
                    <a:cubicBezTo>
                      <a:pt x="6309" y="6732"/>
                      <a:pt x="6358" y="6749"/>
                      <a:pt x="6406" y="6749"/>
                    </a:cubicBezTo>
                    <a:cubicBezTo>
                      <a:pt x="6571" y="6749"/>
                      <a:pt x="6717" y="6538"/>
                      <a:pt x="6562" y="6393"/>
                    </a:cubicBezTo>
                    <a:cubicBezTo>
                      <a:pt x="6183" y="6039"/>
                      <a:pt x="5804" y="5684"/>
                      <a:pt x="5424" y="5330"/>
                    </a:cubicBezTo>
                    <a:cubicBezTo>
                      <a:pt x="5563" y="5019"/>
                      <a:pt x="5656" y="4666"/>
                      <a:pt x="5685" y="4288"/>
                    </a:cubicBezTo>
                    <a:cubicBezTo>
                      <a:pt x="6219" y="4232"/>
                      <a:pt x="6751" y="4178"/>
                      <a:pt x="7283" y="4122"/>
                    </a:cubicBezTo>
                    <a:cubicBezTo>
                      <a:pt x="7539" y="4096"/>
                      <a:pt x="7551" y="3701"/>
                      <a:pt x="7306" y="3701"/>
                    </a:cubicBezTo>
                    <a:cubicBezTo>
                      <a:pt x="7298" y="3701"/>
                      <a:pt x="7289" y="3702"/>
                      <a:pt x="7280" y="3703"/>
                    </a:cubicBezTo>
                    <a:cubicBezTo>
                      <a:pt x="6751" y="3758"/>
                      <a:pt x="6219" y="3813"/>
                      <a:pt x="5688" y="3869"/>
                    </a:cubicBezTo>
                    <a:cubicBezTo>
                      <a:pt x="5668" y="3434"/>
                      <a:pt x="5565" y="3026"/>
                      <a:pt x="5400" y="2678"/>
                    </a:cubicBezTo>
                    <a:cubicBezTo>
                      <a:pt x="5875" y="2379"/>
                      <a:pt x="6351" y="2080"/>
                      <a:pt x="6827" y="1782"/>
                    </a:cubicBezTo>
                    <a:cubicBezTo>
                      <a:pt x="7019" y="1661"/>
                      <a:pt x="6900" y="1386"/>
                      <a:pt x="6723" y="1386"/>
                    </a:cubicBezTo>
                    <a:cubicBezTo>
                      <a:pt x="6689" y="1386"/>
                      <a:pt x="6653" y="1396"/>
                      <a:pt x="6616" y="1419"/>
                    </a:cubicBezTo>
                    <a:cubicBezTo>
                      <a:pt x="6142" y="1717"/>
                      <a:pt x="5665" y="2014"/>
                      <a:pt x="5191" y="2313"/>
                    </a:cubicBezTo>
                    <a:cubicBezTo>
                      <a:pt x="5063" y="2127"/>
                      <a:pt x="4916" y="1967"/>
                      <a:pt x="4753" y="1836"/>
                    </a:cubicBezTo>
                    <a:cubicBezTo>
                      <a:pt x="4880" y="1649"/>
                      <a:pt x="4953" y="1422"/>
                      <a:pt x="4953" y="1179"/>
                    </a:cubicBezTo>
                    <a:cubicBezTo>
                      <a:pt x="4953" y="528"/>
                      <a:pt x="4426" y="0"/>
                      <a:pt x="37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7"/>
              <p:cNvSpPr/>
              <p:nvPr/>
            </p:nvSpPr>
            <p:spPr>
              <a:xfrm>
                <a:off x="1119525" y="260735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0"/>
                    </a:moveTo>
                    <a:cubicBezTo>
                      <a:pt x="436" y="0"/>
                      <a:pt x="0" y="487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2"/>
                      <a:pt x="2586" y="13722"/>
                    </a:cubicBezTo>
                    <a:lnTo>
                      <a:pt x="15427" y="13722"/>
                    </a:lnTo>
                    <a:cubicBezTo>
                      <a:pt x="16024" y="13722"/>
                      <a:pt x="16580" y="13237"/>
                      <a:pt x="16660" y="12645"/>
                    </a:cubicBezTo>
                    <a:lnTo>
                      <a:pt x="17924" y="3237"/>
                    </a:lnTo>
                    <a:cubicBezTo>
                      <a:pt x="18004" y="2642"/>
                      <a:pt x="17578" y="2159"/>
                      <a:pt x="16979" y="2159"/>
                    </a:cubicBezTo>
                    <a:lnTo>
                      <a:pt x="10452" y="2159"/>
                    </a:lnTo>
                    <a:cubicBezTo>
                      <a:pt x="9854" y="2159"/>
                      <a:pt x="9363" y="1674"/>
                      <a:pt x="9363" y="1079"/>
                    </a:cubicBezTo>
                    <a:cubicBezTo>
                      <a:pt x="9363" y="486"/>
                      <a:pt x="8874" y="0"/>
                      <a:pt x="82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7"/>
              <p:cNvSpPr/>
              <p:nvPr/>
            </p:nvSpPr>
            <p:spPr>
              <a:xfrm>
                <a:off x="1163900" y="2632725"/>
                <a:ext cx="361075" cy="343375"/>
              </a:xfrm>
              <a:custGeom>
                <a:avLst/>
                <a:gdLst/>
                <a:ahLst/>
                <a:cxnLst/>
                <a:rect l="l" t="t" r="r" b="b"/>
                <a:pathLst>
                  <a:path w="14443" h="13735" extrusionOk="0">
                    <a:moveTo>
                      <a:pt x="1" y="0"/>
                    </a:moveTo>
                    <a:lnTo>
                      <a:pt x="1" y="13735"/>
                    </a:lnTo>
                    <a:lnTo>
                      <a:pt x="14443" y="13735"/>
                    </a:lnTo>
                    <a:lnTo>
                      <a:pt x="144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7"/>
              <p:cNvSpPr/>
              <p:nvPr/>
            </p:nvSpPr>
            <p:spPr>
              <a:xfrm>
                <a:off x="1119525" y="265010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1"/>
                    </a:moveTo>
                    <a:cubicBezTo>
                      <a:pt x="436" y="1"/>
                      <a:pt x="0" y="488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3"/>
                      <a:pt x="2586" y="13723"/>
                    </a:cubicBezTo>
                    <a:lnTo>
                      <a:pt x="15427" y="13723"/>
                    </a:lnTo>
                    <a:cubicBezTo>
                      <a:pt x="16024" y="13723"/>
                      <a:pt x="16580" y="13237"/>
                      <a:pt x="16660" y="12645"/>
                    </a:cubicBezTo>
                    <a:lnTo>
                      <a:pt x="17924" y="3236"/>
                    </a:lnTo>
                    <a:cubicBezTo>
                      <a:pt x="18004" y="2643"/>
                      <a:pt x="17578" y="2158"/>
                      <a:pt x="16979" y="2158"/>
                    </a:cubicBezTo>
                    <a:lnTo>
                      <a:pt x="10452" y="2158"/>
                    </a:lnTo>
                    <a:cubicBezTo>
                      <a:pt x="9854" y="2158"/>
                      <a:pt x="9363" y="1673"/>
                      <a:pt x="9363" y="1080"/>
                    </a:cubicBezTo>
                    <a:cubicBezTo>
                      <a:pt x="9363" y="486"/>
                      <a:pt x="8874" y="1"/>
                      <a:pt x="8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7"/>
              <p:cNvSpPr/>
              <p:nvPr/>
            </p:nvSpPr>
            <p:spPr>
              <a:xfrm>
                <a:off x="1490925" y="2704050"/>
                <a:ext cx="78700" cy="28912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11565" extrusionOk="0">
                    <a:moveTo>
                      <a:pt x="1554" y="0"/>
                    </a:moveTo>
                    <a:cubicBezTo>
                      <a:pt x="2153" y="0"/>
                      <a:pt x="2577" y="485"/>
                      <a:pt x="2498" y="1078"/>
                    </a:cubicBezTo>
                    <a:lnTo>
                      <a:pt x="1233" y="10487"/>
                    </a:lnTo>
                    <a:cubicBezTo>
                      <a:pt x="1154" y="11079"/>
                      <a:pt x="599" y="11565"/>
                      <a:pt x="1" y="11565"/>
                    </a:cubicBezTo>
                    <a:lnTo>
                      <a:pt x="571" y="11565"/>
                    </a:lnTo>
                    <a:cubicBezTo>
                      <a:pt x="1168" y="11565"/>
                      <a:pt x="1724" y="11079"/>
                      <a:pt x="1804" y="10487"/>
                    </a:cubicBezTo>
                    <a:lnTo>
                      <a:pt x="3068" y="1078"/>
                    </a:lnTo>
                    <a:cubicBezTo>
                      <a:pt x="3148" y="485"/>
                      <a:pt x="2723" y="0"/>
                      <a:pt x="2124" y="0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7"/>
              <p:cNvSpPr/>
              <p:nvPr/>
            </p:nvSpPr>
            <p:spPr>
              <a:xfrm>
                <a:off x="1312100" y="2650100"/>
                <a:ext cx="687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159" extrusionOk="0">
                    <a:moveTo>
                      <a:pt x="1" y="1"/>
                    </a:moveTo>
                    <a:cubicBezTo>
                      <a:pt x="601" y="1"/>
                      <a:pt x="1090" y="486"/>
                      <a:pt x="1090" y="1080"/>
                    </a:cubicBezTo>
                    <a:cubicBezTo>
                      <a:pt x="1090" y="1673"/>
                      <a:pt x="1579" y="2158"/>
                      <a:pt x="2179" y="2158"/>
                    </a:cubicBezTo>
                    <a:lnTo>
                      <a:pt x="2749" y="2158"/>
                    </a:lnTo>
                    <a:cubicBezTo>
                      <a:pt x="2151" y="2158"/>
                      <a:pt x="1660" y="1673"/>
                      <a:pt x="1660" y="1080"/>
                    </a:cubicBezTo>
                    <a:cubicBezTo>
                      <a:pt x="1660" y="486"/>
                      <a:pt x="1171" y="1"/>
                      <a:pt x="571" y="1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7"/>
              <p:cNvSpPr/>
              <p:nvPr/>
            </p:nvSpPr>
            <p:spPr>
              <a:xfrm>
                <a:off x="1843075" y="3686325"/>
                <a:ext cx="377925" cy="205925"/>
              </a:xfrm>
              <a:custGeom>
                <a:avLst/>
                <a:gdLst/>
                <a:ahLst/>
                <a:cxnLst/>
                <a:rect l="l" t="t" r="r" b="b"/>
                <a:pathLst>
                  <a:path w="15117" h="8237" extrusionOk="0">
                    <a:moveTo>
                      <a:pt x="1738" y="0"/>
                    </a:moveTo>
                    <a:cubicBezTo>
                      <a:pt x="782" y="0"/>
                      <a:pt x="0" y="782"/>
                      <a:pt x="0" y="1737"/>
                    </a:cubicBezTo>
                    <a:lnTo>
                      <a:pt x="0" y="6500"/>
                    </a:lnTo>
                    <a:cubicBezTo>
                      <a:pt x="0" y="7455"/>
                      <a:pt x="782" y="8237"/>
                      <a:pt x="1738" y="8237"/>
                    </a:cubicBezTo>
                    <a:lnTo>
                      <a:pt x="13379" y="8237"/>
                    </a:lnTo>
                    <a:cubicBezTo>
                      <a:pt x="14333" y="8237"/>
                      <a:pt x="15116" y="7455"/>
                      <a:pt x="15116" y="6500"/>
                    </a:cubicBezTo>
                    <a:lnTo>
                      <a:pt x="15116" y="1737"/>
                    </a:lnTo>
                    <a:cubicBezTo>
                      <a:pt x="15116" y="782"/>
                      <a:pt x="14335" y="0"/>
                      <a:pt x="133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7"/>
              <p:cNvSpPr/>
              <p:nvPr/>
            </p:nvSpPr>
            <p:spPr>
              <a:xfrm>
                <a:off x="1843000" y="3797900"/>
                <a:ext cx="37800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15120" h="1812" extrusionOk="0">
                    <a:moveTo>
                      <a:pt x="1" y="1"/>
                    </a:moveTo>
                    <a:lnTo>
                      <a:pt x="1" y="1811"/>
                    </a:lnTo>
                    <a:lnTo>
                      <a:pt x="15119" y="1811"/>
                    </a:lnTo>
                    <a:lnTo>
                      <a:pt x="151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7"/>
              <p:cNvSpPr/>
              <p:nvPr/>
            </p:nvSpPr>
            <p:spPr>
              <a:xfrm>
                <a:off x="2088100" y="3720550"/>
                <a:ext cx="94425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1674" extrusionOk="0">
                    <a:moveTo>
                      <a:pt x="836" y="1"/>
                    </a:moveTo>
                    <a:cubicBezTo>
                      <a:pt x="375" y="1"/>
                      <a:pt x="1" y="375"/>
                      <a:pt x="1" y="836"/>
                    </a:cubicBezTo>
                    <a:cubicBezTo>
                      <a:pt x="1" y="1300"/>
                      <a:pt x="373" y="1674"/>
                      <a:pt x="836" y="1674"/>
                    </a:cubicBezTo>
                    <a:lnTo>
                      <a:pt x="2938" y="1674"/>
                    </a:lnTo>
                    <a:cubicBezTo>
                      <a:pt x="3402" y="1674"/>
                      <a:pt x="3776" y="1300"/>
                      <a:pt x="3776" y="836"/>
                    </a:cubicBezTo>
                    <a:cubicBezTo>
                      <a:pt x="3776" y="375"/>
                      <a:pt x="3402" y="1"/>
                      <a:pt x="29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7"/>
              <p:cNvSpPr/>
              <p:nvPr/>
            </p:nvSpPr>
            <p:spPr>
              <a:xfrm>
                <a:off x="2123850" y="3720550"/>
                <a:ext cx="5870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674" extrusionOk="0">
                    <a:moveTo>
                      <a:pt x="800" y="1"/>
                    </a:moveTo>
                    <a:lnTo>
                      <a:pt x="0" y="1674"/>
                    </a:lnTo>
                    <a:lnTo>
                      <a:pt x="1511" y="1674"/>
                    </a:lnTo>
                    <a:cubicBezTo>
                      <a:pt x="1973" y="1674"/>
                      <a:pt x="2348" y="1300"/>
                      <a:pt x="2348" y="836"/>
                    </a:cubicBezTo>
                    <a:cubicBezTo>
                      <a:pt x="2346" y="375"/>
                      <a:pt x="1972" y="1"/>
                      <a:pt x="15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7"/>
              <p:cNvSpPr/>
              <p:nvPr/>
            </p:nvSpPr>
            <p:spPr>
              <a:xfrm>
                <a:off x="1889925" y="3733300"/>
                <a:ext cx="120125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4805" h="327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4804" y="326"/>
                    </a:lnTo>
                    <a:lnTo>
                      <a:pt x="480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7"/>
              <p:cNvSpPr/>
              <p:nvPr/>
            </p:nvSpPr>
            <p:spPr>
              <a:xfrm>
                <a:off x="1889925" y="3756300"/>
                <a:ext cx="1657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629" h="326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6628" y="326"/>
                    </a:lnTo>
                    <a:lnTo>
                      <a:pt x="662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6" name="Google Shape;436;p37"/>
            <p:cNvSpPr/>
            <p:nvPr/>
          </p:nvSpPr>
          <p:spPr>
            <a:xfrm>
              <a:off x="719988" y="4453731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1101817" y="415722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816779" y="3969852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2720802" y="310002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2499363" y="765978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2817612" y="986278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8"/>
          <p:cNvSpPr txBox="1">
            <a:spLocks noGrp="1"/>
          </p:cNvSpPr>
          <p:nvPr>
            <p:ph type="title"/>
          </p:nvPr>
        </p:nvSpPr>
        <p:spPr>
          <a:xfrm>
            <a:off x="605700" y="338300"/>
            <a:ext cx="4644000" cy="8157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Mục</a:t>
            </a:r>
            <a:r>
              <a:rPr lang="vi-VN" dirty="0"/>
              <a:t> tiêu</a:t>
            </a:r>
            <a:endParaRPr dirty="0"/>
          </a:p>
        </p:txBody>
      </p:sp>
      <p:sp>
        <p:nvSpPr>
          <p:cNvPr id="447" name="Google Shape;447;p38"/>
          <p:cNvSpPr txBox="1">
            <a:spLocks noGrp="1"/>
          </p:cNvSpPr>
          <p:nvPr>
            <p:ph type="subTitle" idx="1"/>
          </p:nvPr>
        </p:nvSpPr>
        <p:spPr>
          <a:xfrm>
            <a:off x="280397" y="1140007"/>
            <a:ext cx="6619651" cy="3481704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hiểu</a:t>
            </a:r>
            <a:r>
              <a:rPr lang="en-US" sz="2000" dirty="0"/>
              <a:t>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DNS </a:t>
            </a:r>
            <a:r>
              <a:rPr lang="en-US" sz="2000" dirty="0" err="1"/>
              <a:t>và</a:t>
            </a:r>
            <a:r>
              <a:rPr lang="en-US" sz="2000" dirty="0"/>
              <a:t> DHCP </a:t>
            </a:r>
            <a:endParaRPr lang="vi-VN" sz="20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kiến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nguyên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DNS </a:t>
            </a:r>
            <a:r>
              <a:rPr lang="en-US" sz="2000" dirty="0" err="1"/>
              <a:t>và</a:t>
            </a:r>
            <a:r>
              <a:rPr lang="en-US" sz="2000" dirty="0"/>
              <a:t> DHCP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/>
              <a:t>Nghiên</a:t>
            </a:r>
            <a:r>
              <a:rPr lang="en-US" sz="2000" dirty="0"/>
              <a:t> </a:t>
            </a:r>
            <a:r>
              <a:rPr lang="en-US" sz="2000" dirty="0" err="1"/>
              <a:t>cứu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phần</a:t>
            </a:r>
            <a:r>
              <a:rPr lang="en-US" sz="2000" dirty="0"/>
              <a:t> </a:t>
            </a:r>
            <a:r>
              <a:rPr lang="en-US" sz="2000" dirty="0" err="1"/>
              <a:t>mềm</a:t>
            </a:r>
            <a:r>
              <a:rPr lang="en-US" sz="2000" dirty="0"/>
              <a:t>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dịch</a:t>
            </a:r>
            <a:r>
              <a:rPr lang="en-US" sz="2000" dirty="0"/>
              <a:t> </a:t>
            </a:r>
            <a:r>
              <a:rPr lang="en-US" sz="2000" dirty="0" err="1"/>
              <a:t>vụ</a:t>
            </a:r>
            <a:r>
              <a:rPr lang="en-US" sz="2000" dirty="0"/>
              <a:t> DNS/DHCP </a:t>
            </a:r>
            <a:r>
              <a:rPr lang="en-US" sz="2000" dirty="0" err="1"/>
              <a:t>trên</a:t>
            </a:r>
            <a:r>
              <a:rPr lang="en-US" sz="2000" dirty="0"/>
              <a:t> Ubuntu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/>
              <a:t>Triển</a:t>
            </a:r>
            <a:r>
              <a:rPr lang="en-US" sz="2000" dirty="0"/>
              <a:t> </a:t>
            </a:r>
            <a:r>
              <a:rPr lang="en-US" sz="2000" dirty="0" err="1"/>
              <a:t>khai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chủ</a:t>
            </a:r>
            <a:r>
              <a:rPr lang="en-US" sz="2000" dirty="0"/>
              <a:t> DNS </a:t>
            </a:r>
            <a:r>
              <a:rPr lang="en-US" sz="2000" dirty="0" err="1"/>
              <a:t>trên</a:t>
            </a:r>
            <a:r>
              <a:rPr lang="en-US" sz="2000" dirty="0"/>
              <a:t> Ubuntu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/>
              <a:t>Triển</a:t>
            </a:r>
            <a:r>
              <a:rPr lang="en-US" sz="2000" dirty="0"/>
              <a:t> </a:t>
            </a:r>
            <a:r>
              <a:rPr lang="en-US" sz="2000" dirty="0" err="1"/>
              <a:t>khai</a:t>
            </a:r>
            <a:r>
              <a:rPr lang="en-US" sz="2000" dirty="0"/>
              <a:t> </a:t>
            </a:r>
            <a:r>
              <a:rPr lang="en-US" sz="2000" dirty="0" err="1"/>
              <a:t>máy</a:t>
            </a:r>
            <a:r>
              <a:rPr lang="en-US" sz="2000" dirty="0"/>
              <a:t> </a:t>
            </a:r>
            <a:r>
              <a:rPr lang="en-US" sz="2000" dirty="0" err="1"/>
              <a:t>chủ</a:t>
            </a:r>
            <a:r>
              <a:rPr lang="en-US" sz="2000" dirty="0"/>
              <a:t> DHCP </a:t>
            </a:r>
            <a:r>
              <a:rPr lang="en-US" sz="2000" dirty="0" err="1"/>
              <a:t>trên</a:t>
            </a:r>
            <a:r>
              <a:rPr lang="en-US" sz="2000" dirty="0"/>
              <a:t> Ubuntu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kiểm</a:t>
            </a:r>
            <a:r>
              <a:rPr lang="en-US" sz="2000" dirty="0"/>
              <a:t> </a:t>
            </a:r>
            <a:r>
              <a:rPr lang="en-US" sz="2000" dirty="0" err="1"/>
              <a:t>thử</a:t>
            </a:r>
            <a:r>
              <a:rPr lang="en-US" sz="2000" dirty="0"/>
              <a:t>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DNS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DHCP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lỗi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triển</a:t>
            </a:r>
            <a:r>
              <a:rPr lang="en-US" sz="2000" dirty="0"/>
              <a:t> </a:t>
            </a:r>
            <a:r>
              <a:rPr lang="en-US" sz="2000" dirty="0" err="1"/>
              <a:t>khai</a:t>
            </a:r>
            <a:endParaRPr lang="en-US" sz="20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2000" dirty="0"/>
          </a:p>
        </p:txBody>
      </p:sp>
      <p:grpSp>
        <p:nvGrpSpPr>
          <p:cNvPr id="66" name="Group 2">
            <a:extLst>
              <a:ext uri="{FF2B5EF4-FFF2-40B4-BE49-F238E27FC236}">
                <a16:creationId xmlns:a16="http://schemas.microsoft.com/office/drawing/2014/main" id="{AABB0086-3F87-4FC5-9EAE-0E39DEBF9744}"/>
              </a:ext>
            </a:extLst>
          </p:cNvPr>
          <p:cNvGrpSpPr/>
          <p:nvPr/>
        </p:nvGrpSpPr>
        <p:grpSpPr>
          <a:xfrm>
            <a:off x="7101507" y="2385207"/>
            <a:ext cx="2084837" cy="2236504"/>
            <a:chOff x="0" y="0"/>
            <a:chExt cx="6350000" cy="7110730"/>
          </a:xfrm>
        </p:grpSpPr>
        <p:sp>
          <p:nvSpPr>
            <p:cNvPr id="67" name="Freeform 3">
              <a:extLst>
                <a:ext uri="{FF2B5EF4-FFF2-40B4-BE49-F238E27FC236}">
                  <a16:creationId xmlns:a16="http://schemas.microsoft.com/office/drawing/2014/main" id="{C14A13DD-02ED-411F-BF1F-961C9CF256FA}"/>
                </a:ext>
              </a:extLst>
            </p:cNvPr>
            <p:cNvSpPr/>
            <p:nvPr/>
          </p:nvSpPr>
          <p:spPr>
            <a:xfrm>
              <a:off x="0" y="0"/>
              <a:ext cx="6350000" cy="7110730"/>
            </a:xfrm>
            <a:custGeom>
              <a:avLst/>
              <a:gdLst/>
              <a:ahLst/>
              <a:cxnLst/>
              <a:rect l="l" t="t" r="r" b="b"/>
              <a:pathLst>
                <a:path w="6350000" h="711073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4037" r="-34037"/>
              </a:stretch>
            </a:blipFill>
          </p:spPr>
        </p:sp>
      </p:grpSp>
      <p:grpSp>
        <p:nvGrpSpPr>
          <p:cNvPr id="68" name="Group 4">
            <a:extLst>
              <a:ext uri="{FF2B5EF4-FFF2-40B4-BE49-F238E27FC236}">
                <a16:creationId xmlns:a16="http://schemas.microsoft.com/office/drawing/2014/main" id="{1C8A296A-DED2-4A6C-8412-9FD3FEC2787C}"/>
              </a:ext>
            </a:extLst>
          </p:cNvPr>
          <p:cNvGrpSpPr/>
          <p:nvPr/>
        </p:nvGrpSpPr>
        <p:grpSpPr>
          <a:xfrm>
            <a:off x="6900048" y="1263174"/>
            <a:ext cx="1825596" cy="1751612"/>
            <a:chOff x="0" y="0"/>
            <a:chExt cx="6350000" cy="7110730"/>
          </a:xfrm>
        </p:grpSpPr>
        <p:sp>
          <p:nvSpPr>
            <p:cNvPr id="69" name="Freeform 5">
              <a:extLst>
                <a:ext uri="{FF2B5EF4-FFF2-40B4-BE49-F238E27FC236}">
                  <a16:creationId xmlns:a16="http://schemas.microsoft.com/office/drawing/2014/main" id="{44BA778D-ED60-471D-BECC-8F5BF9E4E203}"/>
                </a:ext>
              </a:extLst>
            </p:cNvPr>
            <p:cNvSpPr/>
            <p:nvPr/>
          </p:nvSpPr>
          <p:spPr>
            <a:xfrm>
              <a:off x="0" y="0"/>
              <a:ext cx="6350000" cy="7110730"/>
            </a:xfrm>
            <a:custGeom>
              <a:avLst/>
              <a:gdLst/>
              <a:ahLst/>
              <a:cxnLst/>
              <a:rect l="l" t="t" r="r" b="b"/>
              <a:pathLst>
                <a:path w="6350000" h="711073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34037" r="-3403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/>
          <p:nvPr/>
        </p:nvSpPr>
        <p:spPr>
          <a:xfrm>
            <a:off x="3243802" y="1680170"/>
            <a:ext cx="1260000" cy="892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"/>
          <p:cNvSpPr txBox="1">
            <a:spLocks noGrp="1"/>
          </p:cNvSpPr>
          <p:nvPr>
            <p:ph type="title" idx="2"/>
          </p:nvPr>
        </p:nvSpPr>
        <p:spPr>
          <a:xfrm>
            <a:off x="3243802" y="1680170"/>
            <a:ext cx="1260000" cy="892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02</a:t>
            </a:r>
            <a:endParaRPr dirty="0"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4140837" y="2189507"/>
            <a:ext cx="3682529" cy="1600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Công </a:t>
            </a:r>
            <a:r>
              <a:rPr lang="vi-VN" dirty="0" err="1"/>
              <a:t>cụ</a:t>
            </a:r>
            <a:r>
              <a:rPr lang="vi-VN" dirty="0"/>
              <a:t> </a:t>
            </a: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hiện</a:t>
            </a:r>
            <a:endParaRPr dirty="0"/>
          </a:p>
        </p:txBody>
      </p:sp>
      <p:grpSp>
        <p:nvGrpSpPr>
          <p:cNvPr id="406" name="Google Shape;406;p37"/>
          <p:cNvGrpSpPr/>
          <p:nvPr/>
        </p:nvGrpSpPr>
        <p:grpSpPr>
          <a:xfrm>
            <a:off x="719988" y="310002"/>
            <a:ext cx="2535031" cy="4523496"/>
            <a:chOff x="719988" y="310002"/>
            <a:chExt cx="2535031" cy="4523496"/>
          </a:xfrm>
        </p:grpSpPr>
        <p:sp>
          <p:nvSpPr>
            <p:cNvPr id="407" name="Google Shape;407;p37"/>
            <p:cNvSpPr/>
            <p:nvPr/>
          </p:nvSpPr>
          <p:spPr>
            <a:xfrm>
              <a:off x="2184511" y="3409533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769890" y="868849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9" name="Google Shape;409;p37"/>
            <p:cNvGrpSpPr/>
            <p:nvPr/>
          </p:nvGrpSpPr>
          <p:grpSpPr>
            <a:xfrm>
              <a:off x="998500" y="1097444"/>
              <a:ext cx="2256519" cy="2948604"/>
              <a:chOff x="1119525" y="2437600"/>
              <a:chExt cx="1296850" cy="1694600"/>
            </a:xfrm>
          </p:grpSpPr>
          <p:sp>
            <p:nvSpPr>
              <p:cNvPr id="410" name="Google Shape;410;p37"/>
              <p:cNvSpPr/>
              <p:nvPr/>
            </p:nvSpPr>
            <p:spPr>
              <a:xfrm>
                <a:off x="1219475" y="2437600"/>
                <a:ext cx="850625" cy="1694600"/>
              </a:xfrm>
              <a:custGeom>
                <a:avLst/>
                <a:gdLst/>
                <a:ahLst/>
                <a:cxnLst/>
                <a:rect l="l" t="t" r="r" b="b"/>
                <a:pathLst>
                  <a:path w="34025" h="67784" extrusionOk="0">
                    <a:moveTo>
                      <a:pt x="4295" y="0"/>
                    </a:moveTo>
                    <a:cubicBezTo>
                      <a:pt x="1934" y="0"/>
                      <a:pt x="1" y="1933"/>
                      <a:pt x="1" y="4295"/>
                    </a:cubicBezTo>
                    <a:lnTo>
                      <a:pt x="1" y="63488"/>
                    </a:lnTo>
                    <a:cubicBezTo>
                      <a:pt x="1" y="65850"/>
                      <a:pt x="1934" y="67783"/>
                      <a:pt x="4295" y="67783"/>
                    </a:cubicBezTo>
                    <a:lnTo>
                      <a:pt x="29730" y="67783"/>
                    </a:lnTo>
                    <a:cubicBezTo>
                      <a:pt x="32091" y="67783"/>
                      <a:pt x="34024" y="65850"/>
                      <a:pt x="34024" y="63488"/>
                    </a:cubicBezTo>
                    <a:lnTo>
                      <a:pt x="34024" y="4295"/>
                    </a:lnTo>
                    <a:cubicBezTo>
                      <a:pt x="34024" y="1933"/>
                      <a:pt x="32091" y="0"/>
                      <a:pt x="29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7"/>
              <p:cNvSpPr/>
              <p:nvPr/>
            </p:nvSpPr>
            <p:spPr>
              <a:xfrm>
                <a:off x="1292050" y="2538575"/>
                <a:ext cx="705425" cy="1401475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9" extrusionOk="0">
                    <a:moveTo>
                      <a:pt x="1" y="1"/>
                    </a:moveTo>
                    <a:lnTo>
                      <a:pt x="1" y="56059"/>
                    </a:lnTo>
                    <a:lnTo>
                      <a:pt x="28217" y="56059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7"/>
              <p:cNvSpPr/>
              <p:nvPr/>
            </p:nvSpPr>
            <p:spPr>
              <a:xfrm>
                <a:off x="1564275" y="4000025"/>
                <a:ext cx="16097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2147" extrusionOk="0">
                    <a:moveTo>
                      <a:pt x="1073" y="0"/>
                    </a:moveTo>
                    <a:cubicBezTo>
                      <a:pt x="481" y="0"/>
                      <a:pt x="1" y="481"/>
                      <a:pt x="1" y="1073"/>
                    </a:cubicBezTo>
                    <a:cubicBezTo>
                      <a:pt x="1" y="1666"/>
                      <a:pt x="480" y="2146"/>
                      <a:pt x="1073" y="2146"/>
                    </a:cubicBezTo>
                    <a:lnTo>
                      <a:pt x="5365" y="2146"/>
                    </a:lnTo>
                    <a:cubicBezTo>
                      <a:pt x="5958" y="2146"/>
                      <a:pt x="6439" y="1666"/>
                      <a:pt x="6439" y="1073"/>
                    </a:cubicBezTo>
                    <a:cubicBezTo>
                      <a:pt x="6439" y="481"/>
                      <a:pt x="5960" y="0"/>
                      <a:pt x="5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7"/>
              <p:cNvSpPr/>
              <p:nvPr/>
            </p:nvSpPr>
            <p:spPr>
              <a:xfrm>
                <a:off x="1292050" y="2538600"/>
                <a:ext cx="705425" cy="1401450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8" extrusionOk="0">
                    <a:moveTo>
                      <a:pt x="28217" y="1"/>
                    </a:moveTo>
                    <a:lnTo>
                      <a:pt x="1" y="56058"/>
                    </a:lnTo>
                    <a:lnTo>
                      <a:pt x="28217" y="56058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7"/>
              <p:cNvSpPr/>
              <p:nvPr/>
            </p:nvSpPr>
            <p:spPr>
              <a:xfrm>
                <a:off x="1589550" y="2745875"/>
                <a:ext cx="826825" cy="717975"/>
              </a:xfrm>
              <a:custGeom>
                <a:avLst/>
                <a:gdLst/>
                <a:ahLst/>
                <a:cxnLst/>
                <a:rect l="l" t="t" r="r" b="b"/>
                <a:pathLst>
                  <a:path w="33073" h="28719" extrusionOk="0">
                    <a:moveTo>
                      <a:pt x="16536" y="1"/>
                    </a:moveTo>
                    <a:cubicBezTo>
                      <a:pt x="15362" y="932"/>
                      <a:pt x="10963" y="4109"/>
                      <a:pt x="5433" y="4199"/>
                    </a:cubicBezTo>
                    <a:cubicBezTo>
                      <a:pt x="5433" y="4199"/>
                      <a:pt x="1" y="22645"/>
                      <a:pt x="16536" y="28719"/>
                    </a:cubicBezTo>
                    <a:cubicBezTo>
                      <a:pt x="33072" y="22645"/>
                      <a:pt x="27639" y="4199"/>
                      <a:pt x="27639" y="4199"/>
                    </a:cubicBezTo>
                    <a:cubicBezTo>
                      <a:pt x="22109" y="4108"/>
                      <a:pt x="17708" y="931"/>
                      <a:pt x="165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7"/>
              <p:cNvSpPr/>
              <p:nvPr/>
            </p:nvSpPr>
            <p:spPr>
              <a:xfrm>
                <a:off x="1626925" y="2772500"/>
                <a:ext cx="752025" cy="662575"/>
              </a:xfrm>
              <a:custGeom>
                <a:avLst/>
                <a:gdLst/>
                <a:ahLst/>
                <a:cxnLst/>
                <a:rect l="l" t="t" r="r" b="b"/>
                <a:pathLst>
                  <a:path w="30081" h="26503" extrusionOk="0">
                    <a:moveTo>
                      <a:pt x="15041" y="0"/>
                    </a:moveTo>
                    <a:lnTo>
                      <a:pt x="14800" y="191"/>
                    </a:lnTo>
                    <a:cubicBezTo>
                      <a:pt x="13743" y="1030"/>
                      <a:pt x="9925" y="3772"/>
                      <a:pt x="5140" y="3850"/>
                    </a:cubicBezTo>
                    <a:lnTo>
                      <a:pt x="4855" y="3855"/>
                    </a:lnTo>
                    <a:lnTo>
                      <a:pt x="4773" y="4128"/>
                    </a:lnTo>
                    <a:cubicBezTo>
                      <a:pt x="4723" y="4297"/>
                      <a:pt x="1" y="20979"/>
                      <a:pt x="14906" y="26452"/>
                    </a:cubicBezTo>
                    <a:lnTo>
                      <a:pt x="15041" y="26502"/>
                    </a:lnTo>
                    <a:lnTo>
                      <a:pt x="15175" y="26452"/>
                    </a:lnTo>
                    <a:cubicBezTo>
                      <a:pt x="30081" y="20979"/>
                      <a:pt x="25357" y="4297"/>
                      <a:pt x="25308" y="4128"/>
                    </a:cubicBezTo>
                    <a:lnTo>
                      <a:pt x="25228" y="3855"/>
                    </a:lnTo>
                    <a:lnTo>
                      <a:pt x="24943" y="3850"/>
                    </a:lnTo>
                    <a:cubicBezTo>
                      <a:pt x="20155" y="3772"/>
                      <a:pt x="16340" y="1030"/>
                      <a:pt x="15283" y="191"/>
                    </a:cubicBezTo>
                    <a:lnTo>
                      <a:pt x="150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7"/>
              <p:cNvSpPr/>
              <p:nvPr/>
            </p:nvSpPr>
            <p:spPr>
              <a:xfrm>
                <a:off x="1914400" y="2925375"/>
                <a:ext cx="177100" cy="174150"/>
              </a:xfrm>
              <a:custGeom>
                <a:avLst/>
                <a:gdLst/>
                <a:ahLst/>
                <a:cxnLst/>
                <a:rect l="l" t="t" r="r" b="b"/>
                <a:pathLst>
                  <a:path w="7084" h="6966" extrusionOk="0">
                    <a:moveTo>
                      <a:pt x="4036" y="913"/>
                    </a:moveTo>
                    <a:cubicBezTo>
                      <a:pt x="5213" y="913"/>
                      <a:pt x="6168" y="1871"/>
                      <a:pt x="6168" y="3046"/>
                    </a:cubicBezTo>
                    <a:lnTo>
                      <a:pt x="6168" y="3918"/>
                    </a:lnTo>
                    <a:cubicBezTo>
                      <a:pt x="6168" y="5095"/>
                      <a:pt x="5213" y="6052"/>
                      <a:pt x="4036" y="6052"/>
                    </a:cubicBezTo>
                    <a:lnTo>
                      <a:pt x="3049" y="6052"/>
                    </a:lnTo>
                    <a:cubicBezTo>
                      <a:pt x="1872" y="6052"/>
                      <a:pt x="915" y="5095"/>
                      <a:pt x="915" y="3918"/>
                    </a:cubicBezTo>
                    <a:lnTo>
                      <a:pt x="915" y="3046"/>
                    </a:lnTo>
                    <a:cubicBezTo>
                      <a:pt x="915" y="1869"/>
                      <a:pt x="1872" y="913"/>
                      <a:pt x="3049" y="913"/>
                    </a:cubicBezTo>
                    <a:close/>
                    <a:moveTo>
                      <a:pt x="3047" y="1"/>
                    </a:moveTo>
                    <a:cubicBezTo>
                      <a:pt x="1366" y="1"/>
                      <a:pt x="1" y="1366"/>
                      <a:pt x="1" y="3046"/>
                    </a:cubicBezTo>
                    <a:lnTo>
                      <a:pt x="1" y="3918"/>
                    </a:lnTo>
                    <a:cubicBezTo>
                      <a:pt x="1" y="5599"/>
                      <a:pt x="1366" y="6965"/>
                      <a:pt x="3047" y="6965"/>
                    </a:cubicBezTo>
                    <a:lnTo>
                      <a:pt x="4035" y="6965"/>
                    </a:lnTo>
                    <a:cubicBezTo>
                      <a:pt x="5715" y="6965"/>
                      <a:pt x="7083" y="5599"/>
                      <a:pt x="7081" y="3918"/>
                    </a:cubicBezTo>
                    <a:lnTo>
                      <a:pt x="7081" y="3046"/>
                    </a:lnTo>
                    <a:cubicBezTo>
                      <a:pt x="7081" y="1366"/>
                      <a:pt x="5715" y="1"/>
                      <a:pt x="40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7"/>
              <p:cNvSpPr/>
              <p:nvPr/>
            </p:nvSpPr>
            <p:spPr>
              <a:xfrm>
                <a:off x="1874500" y="3025250"/>
                <a:ext cx="256925" cy="257000"/>
              </a:xfrm>
              <a:custGeom>
                <a:avLst/>
                <a:gdLst/>
                <a:ahLst/>
                <a:cxnLst/>
                <a:rect l="l" t="t" r="r" b="b"/>
                <a:pathLst>
                  <a:path w="10277" h="10280" extrusionOk="0">
                    <a:moveTo>
                      <a:pt x="2987" y="0"/>
                    </a:moveTo>
                    <a:cubicBezTo>
                      <a:pt x="1346" y="0"/>
                      <a:pt x="0" y="1346"/>
                      <a:pt x="0" y="2989"/>
                    </a:cubicBezTo>
                    <a:lnTo>
                      <a:pt x="0" y="7290"/>
                    </a:lnTo>
                    <a:cubicBezTo>
                      <a:pt x="0" y="8934"/>
                      <a:pt x="1344" y="10279"/>
                      <a:pt x="2987" y="10279"/>
                    </a:cubicBezTo>
                    <a:lnTo>
                      <a:pt x="7289" y="10279"/>
                    </a:lnTo>
                    <a:cubicBezTo>
                      <a:pt x="8932" y="10279"/>
                      <a:pt x="10277" y="8934"/>
                      <a:pt x="10277" y="7290"/>
                    </a:cubicBezTo>
                    <a:lnTo>
                      <a:pt x="10277" y="2989"/>
                    </a:lnTo>
                    <a:cubicBezTo>
                      <a:pt x="10277" y="1346"/>
                      <a:pt x="8932" y="0"/>
                      <a:pt x="72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7"/>
              <p:cNvSpPr/>
              <p:nvPr/>
            </p:nvSpPr>
            <p:spPr>
              <a:xfrm>
                <a:off x="1890650" y="3041425"/>
                <a:ext cx="240775" cy="24082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9633" extrusionOk="0">
                    <a:moveTo>
                      <a:pt x="8491" y="0"/>
                    </a:moveTo>
                    <a:cubicBezTo>
                      <a:pt x="8894" y="512"/>
                      <a:pt x="9138" y="1152"/>
                      <a:pt x="9138" y="1849"/>
                    </a:cubicBezTo>
                    <a:lnTo>
                      <a:pt x="9138" y="6150"/>
                    </a:lnTo>
                    <a:cubicBezTo>
                      <a:pt x="9138" y="7794"/>
                      <a:pt x="7792" y="9139"/>
                      <a:pt x="6150" y="9139"/>
                    </a:cubicBezTo>
                    <a:lnTo>
                      <a:pt x="1847" y="9139"/>
                    </a:lnTo>
                    <a:cubicBezTo>
                      <a:pt x="1151" y="9139"/>
                      <a:pt x="509" y="8896"/>
                      <a:pt x="0" y="8492"/>
                    </a:cubicBezTo>
                    <a:lnTo>
                      <a:pt x="0" y="8492"/>
                    </a:lnTo>
                    <a:cubicBezTo>
                      <a:pt x="547" y="9184"/>
                      <a:pt x="1393" y="9632"/>
                      <a:pt x="2339" y="9632"/>
                    </a:cubicBezTo>
                    <a:lnTo>
                      <a:pt x="6640" y="9632"/>
                    </a:lnTo>
                    <a:cubicBezTo>
                      <a:pt x="8284" y="9632"/>
                      <a:pt x="9630" y="8287"/>
                      <a:pt x="9630" y="6643"/>
                    </a:cubicBezTo>
                    <a:lnTo>
                      <a:pt x="9630" y="2342"/>
                    </a:lnTo>
                    <a:cubicBezTo>
                      <a:pt x="9631" y="1396"/>
                      <a:pt x="9182" y="550"/>
                      <a:pt x="8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7"/>
              <p:cNvSpPr/>
              <p:nvPr/>
            </p:nvSpPr>
            <p:spPr>
              <a:xfrm>
                <a:off x="1964400" y="3085750"/>
                <a:ext cx="77125" cy="151975"/>
              </a:xfrm>
              <a:custGeom>
                <a:avLst/>
                <a:gdLst/>
                <a:ahLst/>
                <a:cxnLst/>
                <a:rect l="l" t="t" r="r" b="b"/>
                <a:pathLst>
                  <a:path w="3085" h="6079" extrusionOk="0">
                    <a:moveTo>
                      <a:pt x="1543" y="1"/>
                    </a:moveTo>
                    <a:cubicBezTo>
                      <a:pt x="691" y="1"/>
                      <a:pt x="1" y="691"/>
                      <a:pt x="1" y="1543"/>
                    </a:cubicBezTo>
                    <a:cubicBezTo>
                      <a:pt x="1" y="2153"/>
                      <a:pt x="359" y="2677"/>
                      <a:pt x="876" y="2927"/>
                    </a:cubicBezTo>
                    <a:lnTo>
                      <a:pt x="110" y="5816"/>
                    </a:lnTo>
                    <a:cubicBezTo>
                      <a:pt x="81" y="5959"/>
                      <a:pt x="177" y="6079"/>
                      <a:pt x="325" y="6079"/>
                    </a:cubicBezTo>
                    <a:lnTo>
                      <a:pt x="2767" y="6079"/>
                    </a:lnTo>
                    <a:cubicBezTo>
                      <a:pt x="2913" y="6079"/>
                      <a:pt x="3010" y="5959"/>
                      <a:pt x="2982" y="5816"/>
                    </a:cubicBezTo>
                    <a:lnTo>
                      <a:pt x="2215" y="2927"/>
                    </a:lnTo>
                    <a:cubicBezTo>
                      <a:pt x="2726" y="2677"/>
                      <a:pt x="3084" y="2153"/>
                      <a:pt x="3084" y="1543"/>
                    </a:cubicBezTo>
                    <a:cubicBezTo>
                      <a:pt x="3084" y="691"/>
                      <a:pt x="2394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7"/>
              <p:cNvSpPr/>
              <p:nvPr/>
            </p:nvSpPr>
            <p:spPr>
              <a:xfrm>
                <a:off x="1131100" y="3216975"/>
                <a:ext cx="427175" cy="389225"/>
              </a:xfrm>
              <a:custGeom>
                <a:avLst/>
                <a:gdLst/>
                <a:ahLst/>
                <a:cxnLst/>
                <a:rect l="l" t="t" r="r" b="b"/>
                <a:pathLst>
                  <a:path w="17087" h="15569" extrusionOk="0">
                    <a:moveTo>
                      <a:pt x="8544" y="1765"/>
                    </a:moveTo>
                    <a:cubicBezTo>
                      <a:pt x="10084" y="1765"/>
                      <a:pt x="11625" y="2353"/>
                      <a:pt x="12800" y="3528"/>
                    </a:cubicBezTo>
                    <a:cubicBezTo>
                      <a:pt x="15151" y="5879"/>
                      <a:pt x="15151" y="9690"/>
                      <a:pt x="12800" y="12040"/>
                    </a:cubicBezTo>
                    <a:cubicBezTo>
                      <a:pt x="11624" y="13216"/>
                      <a:pt x="10083" y="13804"/>
                      <a:pt x="8543" y="13804"/>
                    </a:cubicBezTo>
                    <a:cubicBezTo>
                      <a:pt x="7003" y="13804"/>
                      <a:pt x="5462" y="13216"/>
                      <a:pt x="4288" y="12041"/>
                    </a:cubicBezTo>
                    <a:cubicBezTo>
                      <a:pt x="1937" y="9690"/>
                      <a:pt x="1937" y="5879"/>
                      <a:pt x="4288" y="3528"/>
                    </a:cubicBezTo>
                    <a:cubicBezTo>
                      <a:pt x="5463" y="2353"/>
                      <a:pt x="7004" y="1765"/>
                      <a:pt x="8544" y="1765"/>
                    </a:cubicBezTo>
                    <a:close/>
                    <a:moveTo>
                      <a:pt x="8544" y="1"/>
                    </a:moveTo>
                    <a:cubicBezTo>
                      <a:pt x="6552" y="1"/>
                      <a:pt x="4560" y="761"/>
                      <a:pt x="3041" y="2280"/>
                    </a:cubicBezTo>
                    <a:cubicBezTo>
                      <a:pt x="1" y="5320"/>
                      <a:pt x="1" y="10249"/>
                      <a:pt x="3041" y="13289"/>
                    </a:cubicBezTo>
                    <a:cubicBezTo>
                      <a:pt x="4561" y="14809"/>
                      <a:pt x="6553" y="15569"/>
                      <a:pt x="8545" y="15569"/>
                    </a:cubicBezTo>
                    <a:cubicBezTo>
                      <a:pt x="10537" y="15569"/>
                      <a:pt x="12530" y="14809"/>
                      <a:pt x="14049" y="13289"/>
                    </a:cubicBezTo>
                    <a:cubicBezTo>
                      <a:pt x="17087" y="10249"/>
                      <a:pt x="17087" y="5321"/>
                      <a:pt x="14049" y="2282"/>
                    </a:cubicBezTo>
                    <a:cubicBezTo>
                      <a:pt x="12529" y="761"/>
                      <a:pt x="10537" y="1"/>
                      <a:pt x="85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7"/>
              <p:cNvSpPr/>
              <p:nvPr/>
            </p:nvSpPr>
            <p:spPr>
              <a:xfrm>
                <a:off x="1179500" y="3261100"/>
                <a:ext cx="330400" cy="300975"/>
              </a:xfrm>
              <a:custGeom>
                <a:avLst/>
                <a:gdLst/>
                <a:ahLst/>
                <a:cxnLst/>
                <a:rect l="l" t="t" r="r" b="b"/>
                <a:pathLst>
                  <a:path w="13216" h="12039" extrusionOk="0">
                    <a:moveTo>
                      <a:pt x="6608" y="0"/>
                    </a:moveTo>
                    <a:cubicBezTo>
                      <a:pt x="5068" y="0"/>
                      <a:pt x="3527" y="588"/>
                      <a:pt x="2352" y="1763"/>
                    </a:cubicBezTo>
                    <a:cubicBezTo>
                      <a:pt x="1" y="4114"/>
                      <a:pt x="1" y="7925"/>
                      <a:pt x="2352" y="10276"/>
                    </a:cubicBezTo>
                    <a:cubicBezTo>
                      <a:pt x="3526" y="11451"/>
                      <a:pt x="5067" y="12039"/>
                      <a:pt x="6607" y="12039"/>
                    </a:cubicBezTo>
                    <a:cubicBezTo>
                      <a:pt x="8147" y="12039"/>
                      <a:pt x="9688" y="11451"/>
                      <a:pt x="10864" y="10275"/>
                    </a:cubicBezTo>
                    <a:cubicBezTo>
                      <a:pt x="13215" y="7925"/>
                      <a:pt x="13215" y="4114"/>
                      <a:pt x="10864" y="1763"/>
                    </a:cubicBezTo>
                    <a:cubicBezTo>
                      <a:pt x="9689" y="588"/>
                      <a:pt x="8148" y="0"/>
                      <a:pt x="66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7"/>
              <p:cNvSpPr/>
              <p:nvPr/>
            </p:nvSpPr>
            <p:spPr>
              <a:xfrm>
                <a:off x="1434150" y="3501025"/>
                <a:ext cx="191475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7659" h="7656" extrusionOk="0">
                    <a:moveTo>
                      <a:pt x="1357" y="0"/>
                    </a:moveTo>
                    <a:lnTo>
                      <a:pt x="0" y="1356"/>
                    </a:lnTo>
                    <a:lnTo>
                      <a:pt x="6301" y="7656"/>
                    </a:lnTo>
                    <a:lnTo>
                      <a:pt x="7658" y="6301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7"/>
              <p:cNvSpPr/>
              <p:nvPr/>
            </p:nvSpPr>
            <p:spPr>
              <a:xfrm>
                <a:off x="1557750" y="3624625"/>
                <a:ext cx="67875" cy="67800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2712" extrusionOk="0">
                    <a:moveTo>
                      <a:pt x="1357" y="1"/>
                    </a:moveTo>
                    <a:lnTo>
                      <a:pt x="0" y="1357"/>
                    </a:lnTo>
                    <a:lnTo>
                      <a:pt x="1357" y="2712"/>
                    </a:lnTo>
                    <a:lnTo>
                      <a:pt x="2714" y="1357"/>
                    </a:lnTo>
                    <a:lnTo>
                      <a:pt x="13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7"/>
              <p:cNvSpPr/>
              <p:nvPr/>
            </p:nvSpPr>
            <p:spPr>
              <a:xfrm>
                <a:off x="1248675" y="3327200"/>
                <a:ext cx="188775" cy="168725"/>
              </a:xfrm>
              <a:custGeom>
                <a:avLst/>
                <a:gdLst/>
                <a:ahLst/>
                <a:cxnLst/>
                <a:rect l="l" t="t" r="r" b="b"/>
                <a:pathLst>
                  <a:path w="7551" h="6749" extrusionOk="0">
                    <a:moveTo>
                      <a:pt x="3774" y="0"/>
                    </a:moveTo>
                    <a:cubicBezTo>
                      <a:pt x="3125" y="0"/>
                      <a:pt x="2596" y="527"/>
                      <a:pt x="2596" y="1179"/>
                    </a:cubicBezTo>
                    <a:cubicBezTo>
                      <a:pt x="2596" y="1422"/>
                      <a:pt x="2670" y="1648"/>
                      <a:pt x="2795" y="1836"/>
                    </a:cubicBezTo>
                    <a:cubicBezTo>
                      <a:pt x="2633" y="1964"/>
                      <a:pt x="2485" y="2127"/>
                      <a:pt x="2357" y="2313"/>
                    </a:cubicBezTo>
                    <a:cubicBezTo>
                      <a:pt x="1883" y="2014"/>
                      <a:pt x="1408" y="1717"/>
                      <a:pt x="934" y="1419"/>
                    </a:cubicBezTo>
                    <a:cubicBezTo>
                      <a:pt x="897" y="1396"/>
                      <a:pt x="861" y="1386"/>
                      <a:pt x="826" y="1386"/>
                    </a:cubicBezTo>
                    <a:cubicBezTo>
                      <a:pt x="647" y="1386"/>
                      <a:pt x="530" y="1661"/>
                      <a:pt x="722" y="1782"/>
                    </a:cubicBezTo>
                    <a:cubicBezTo>
                      <a:pt x="1198" y="2080"/>
                      <a:pt x="1673" y="2378"/>
                      <a:pt x="2148" y="2678"/>
                    </a:cubicBezTo>
                    <a:cubicBezTo>
                      <a:pt x="1984" y="3026"/>
                      <a:pt x="1879" y="3434"/>
                      <a:pt x="1860" y="3869"/>
                    </a:cubicBezTo>
                    <a:cubicBezTo>
                      <a:pt x="1331" y="3813"/>
                      <a:pt x="799" y="3758"/>
                      <a:pt x="269" y="3703"/>
                    </a:cubicBezTo>
                    <a:cubicBezTo>
                      <a:pt x="260" y="3702"/>
                      <a:pt x="251" y="3701"/>
                      <a:pt x="243" y="3701"/>
                    </a:cubicBezTo>
                    <a:cubicBezTo>
                      <a:pt x="0" y="3701"/>
                      <a:pt x="10" y="4096"/>
                      <a:pt x="269" y="4122"/>
                    </a:cubicBezTo>
                    <a:cubicBezTo>
                      <a:pt x="802" y="4178"/>
                      <a:pt x="1334" y="4232"/>
                      <a:pt x="1867" y="4288"/>
                    </a:cubicBezTo>
                    <a:cubicBezTo>
                      <a:pt x="1896" y="4666"/>
                      <a:pt x="1988" y="5019"/>
                      <a:pt x="2128" y="5330"/>
                    </a:cubicBezTo>
                    <a:cubicBezTo>
                      <a:pt x="1749" y="5684"/>
                      <a:pt x="1369" y="6039"/>
                      <a:pt x="989" y="6393"/>
                    </a:cubicBezTo>
                    <a:cubicBezTo>
                      <a:pt x="835" y="6538"/>
                      <a:pt x="981" y="6749"/>
                      <a:pt x="1147" y="6749"/>
                    </a:cubicBezTo>
                    <a:cubicBezTo>
                      <a:pt x="1194" y="6749"/>
                      <a:pt x="1243" y="6732"/>
                      <a:pt x="1287" y="6691"/>
                    </a:cubicBezTo>
                    <a:cubicBezTo>
                      <a:pt x="1639" y="6364"/>
                      <a:pt x="1988" y="6036"/>
                      <a:pt x="2338" y="5709"/>
                    </a:cubicBezTo>
                    <a:cubicBezTo>
                      <a:pt x="2689" y="6236"/>
                      <a:pt x="3203" y="6570"/>
                      <a:pt x="3776" y="6570"/>
                    </a:cubicBezTo>
                    <a:cubicBezTo>
                      <a:pt x="4350" y="6570"/>
                      <a:pt x="4862" y="6237"/>
                      <a:pt x="5214" y="5709"/>
                    </a:cubicBezTo>
                    <a:cubicBezTo>
                      <a:pt x="5565" y="6036"/>
                      <a:pt x="5915" y="6364"/>
                      <a:pt x="6265" y="6691"/>
                    </a:cubicBezTo>
                    <a:cubicBezTo>
                      <a:pt x="6309" y="6732"/>
                      <a:pt x="6358" y="6749"/>
                      <a:pt x="6406" y="6749"/>
                    </a:cubicBezTo>
                    <a:cubicBezTo>
                      <a:pt x="6571" y="6749"/>
                      <a:pt x="6717" y="6538"/>
                      <a:pt x="6562" y="6393"/>
                    </a:cubicBezTo>
                    <a:cubicBezTo>
                      <a:pt x="6183" y="6039"/>
                      <a:pt x="5804" y="5684"/>
                      <a:pt x="5424" y="5330"/>
                    </a:cubicBezTo>
                    <a:cubicBezTo>
                      <a:pt x="5563" y="5019"/>
                      <a:pt x="5656" y="4666"/>
                      <a:pt x="5685" y="4288"/>
                    </a:cubicBezTo>
                    <a:cubicBezTo>
                      <a:pt x="6219" y="4232"/>
                      <a:pt x="6751" y="4178"/>
                      <a:pt x="7283" y="4122"/>
                    </a:cubicBezTo>
                    <a:cubicBezTo>
                      <a:pt x="7539" y="4096"/>
                      <a:pt x="7551" y="3701"/>
                      <a:pt x="7306" y="3701"/>
                    </a:cubicBezTo>
                    <a:cubicBezTo>
                      <a:pt x="7298" y="3701"/>
                      <a:pt x="7289" y="3702"/>
                      <a:pt x="7280" y="3703"/>
                    </a:cubicBezTo>
                    <a:cubicBezTo>
                      <a:pt x="6751" y="3758"/>
                      <a:pt x="6219" y="3813"/>
                      <a:pt x="5688" y="3869"/>
                    </a:cubicBezTo>
                    <a:cubicBezTo>
                      <a:pt x="5668" y="3434"/>
                      <a:pt x="5565" y="3026"/>
                      <a:pt x="5400" y="2678"/>
                    </a:cubicBezTo>
                    <a:cubicBezTo>
                      <a:pt x="5875" y="2379"/>
                      <a:pt x="6351" y="2080"/>
                      <a:pt x="6827" y="1782"/>
                    </a:cubicBezTo>
                    <a:cubicBezTo>
                      <a:pt x="7019" y="1661"/>
                      <a:pt x="6900" y="1386"/>
                      <a:pt x="6723" y="1386"/>
                    </a:cubicBezTo>
                    <a:cubicBezTo>
                      <a:pt x="6689" y="1386"/>
                      <a:pt x="6653" y="1396"/>
                      <a:pt x="6616" y="1419"/>
                    </a:cubicBezTo>
                    <a:cubicBezTo>
                      <a:pt x="6142" y="1717"/>
                      <a:pt x="5665" y="2014"/>
                      <a:pt x="5191" y="2313"/>
                    </a:cubicBezTo>
                    <a:cubicBezTo>
                      <a:pt x="5063" y="2127"/>
                      <a:pt x="4916" y="1967"/>
                      <a:pt x="4753" y="1836"/>
                    </a:cubicBezTo>
                    <a:cubicBezTo>
                      <a:pt x="4880" y="1649"/>
                      <a:pt x="4953" y="1422"/>
                      <a:pt x="4953" y="1179"/>
                    </a:cubicBezTo>
                    <a:cubicBezTo>
                      <a:pt x="4953" y="528"/>
                      <a:pt x="4426" y="0"/>
                      <a:pt x="37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7"/>
              <p:cNvSpPr/>
              <p:nvPr/>
            </p:nvSpPr>
            <p:spPr>
              <a:xfrm>
                <a:off x="1119525" y="260735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0"/>
                    </a:moveTo>
                    <a:cubicBezTo>
                      <a:pt x="436" y="0"/>
                      <a:pt x="0" y="487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2"/>
                      <a:pt x="2586" y="13722"/>
                    </a:cubicBezTo>
                    <a:lnTo>
                      <a:pt x="15427" y="13722"/>
                    </a:lnTo>
                    <a:cubicBezTo>
                      <a:pt x="16024" y="13722"/>
                      <a:pt x="16580" y="13237"/>
                      <a:pt x="16660" y="12645"/>
                    </a:cubicBezTo>
                    <a:lnTo>
                      <a:pt x="17924" y="3237"/>
                    </a:lnTo>
                    <a:cubicBezTo>
                      <a:pt x="18004" y="2642"/>
                      <a:pt x="17578" y="2159"/>
                      <a:pt x="16979" y="2159"/>
                    </a:cubicBezTo>
                    <a:lnTo>
                      <a:pt x="10452" y="2159"/>
                    </a:lnTo>
                    <a:cubicBezTo>
                      <a:pt x="9854" y="2159"/>
                      <a:pt x="9363" y="1674"/>
                      <a:pt x="9363" y="1079"/>
                    </a:cubicBezTo>
                    <a:cubicBezTo>
                      <a:pt x="9363" y="486"/>
                      <a:pt x="8874" y="0"/>
                      <a:pt x="82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7"/>
              <p:cNvSpPr/>
              <p:nvPr/>
            </p:nvSpPr>
            <p:spPr>
              <a:xfrm>
                <a:off x="1163900" y="2632725"/>
                <a:ext cx="361075" cy="343375"/>
              </a:xfrm>
              <a:custGeom>
                <a:avLst/>
                <a:gdLst/>
                <a:ahLst/>
                <a:cxnLst/>
                <a:rect l="l" t="t" r="r" b="b"/>
                <a:pathLst>
                  <a:path w="14443" h="13735" extrusionOk="0">
                    <a:moveTo>
                      <a:pt x="1" y="0"/>
                    </a:moveTo>
                    <a:lnTo>
                      <a:pt x="1" y="13735"/>
                    </a:lnTo>
                    <a:lnTo>
                      <a:pt x="14443" y="13735"/>
                    </a:lnTo>
                    <a:lnTo>
                      <a:pt x="144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7"/>
              <p:cNvSpPr/>
              <p:nvPr/>
            </p:nvSpPr>
            <p:spPr>
              <a:xfrm>
                <a:off x="1119525" y="265010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1"/>
                    </a:moveTo>
                    <a:cubicBezTo>
                      <a:pt x="436" y="1"/>
                      <a:pt x="0" y="488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3"/>
                      <a:pt x="2586" y="13723"/>
                    </a:cubicBezTo>
                    <a:lnTo>
                      <a:pt x="15427" y="13723"/>
                    </a:lnTo>
                    <a:cubicBezTo>
                      <a:pt x="16024" y="13723"/>
                      <a:pt x="16580" y="13237"/>
                      <a:pt x="16660" y="12645"/>
                    </a:cubicBezTo>
                    <a:lnTo>
                      <a:pt x="17924" y="3236"/>
                    </a:lnTo>
                    <a:cubicBezTo>
                      <a:pt x="18004" y="2643"/>
                      <a:pt x="17578" y="2158"/>
                      <a:pt x="16979" y="2158"/>
                    </a:cubicBezTo>
                    <a:lnTo>
                      <a:pt x="10452" y="2158"/>
                    </a:lnTo>
                    <a:cubicBezTo>
                      <a:pt x="9854" y="2158"/>
                      <a:pt x="9363" y="1673"/>
                      <a:pt x="9363" y="1080"/>
                    </a:cubicBezTo>
                    <a:cubicBezTo>
                      <a:pt x="9363" y="486"/>
                      <a:pt x="8874" y="1"/>
                      <a:pt x="8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7"/>
              <p:cNvSpPr/>
              <p:nvPr/>
            </p:nvSpPr>
            <p:spPr>
              <a:xfrm>
                <a:off x="1490925" y="2704050"/>
                <a:ext cx="78700" cy="28912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11565" extrusionOk="0">
                    <a:moveTo>
                      <a:pt x="1554" y="0"/>
                    </a:moveTo>
                    <a:cubicBezTo>
                      <a:pt x="2153" y="0"/>
                      <a:pt x="2577" y="485"/>
                      <a:pt x="2498" y="1078"/>
                    </a:cubicBezTo>
                    <a:lnTo>
                      <a:pt x="1233" y="10487"/>
                    </a:lnTo>
                    <a:cubicBezTo>
                      <a:pt x="1154" y="11079"/>
                      <a:pt x="599" y="11565"/>
                      <a:pt x="1" y="11565"/>
                    </a:cubicBezTo>
                    <a:lnTo>
                      <a:pt x="571" y="11565"/>
                    </a:lnTo>
                    <a:cubicBezTo>
                      <a:pt x="1168" y="11565"/>
                      <a:pt x="1724" y="11079"/>
                      <a:pt x="1804" y="10487"/>
                    </a:cubicBezTo>
                    <a:lnTo>
                      <a:pt x="3068" y="1078"/>
                    </a:lnTo>
                    <a:cubicBezTo>
                      <a:pt x="3148" y="485"/>
                      <a:pt x="2723" y="0"/>
                      <a:pt x="2124" y="0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7"/>
              <p:cNvSpPr/>
              <p:nvPr/>
            </p:nvSpPr>
            <p:spPr>
              <a:xfrm>
                <a:off x="1312100" y="2650100"/>
                <a:ext cx="687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159" extrusionOk="0">
                    <a:moveTo>
                      <a:pt x="1" y="1"/>
                    </a:moveTo>
                    <a:cubicBezTo>
                      <a:pt x="601" y="1"/>
                      <a:pt x="1090" y="486"/>
                      <a:pt x="1090" y="1080"/>
                    </a:cubicBezTo>
                    <a:cubicBezTo>
                      <a:pt x="1090" y="1673"/>
                      <a:pt x="1579" y="2158"/>
                      <a:pt x="2179" y="2158"/>
                    </a:cubicBezTo>
                    <a:lnTo>
                      <a:pt x="2749" y="2158"/>
                    </a:lnTo>
                    <a:cubicBezTo>
                      <a:pt x="2151" y="2158"/>
                      <a:pt x="1660" y="1673"/>
                      <a:pt x="1660" y="1080"/>
                    </a:cubicBezTo>
                    <a:cubicBezTo>
                      <a:pt x="1660" y="486"/>
                      <a:pt x="1171" y="1"/>
                      <a:pt x="571" y="1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7"/>
              <p:cNvSpPr/>
              <p:nvPr/>
            </p:nvSpPr>
            <p:spPr>
              <a:xfrm>
                <a:off x="1843075" y="3686325"/>
                <a:ext cx="377925" cy="205925"/>
              </a:xfrm>
              <a:custGeom>
                <a:avLst/>
                <a:gdLst/>
                <a:ahLst/>
                <a:cxnLst/>
                <a:rect l="l" t="t" r="r" b="b"/>
                <a:pathLst>
                  <a:path w="15117" h="8237" extrusionOk="0">
                    <a:moveTo>
                      <a:pt x="1738" y="0"/>
                    </a:moveTo>
                    <a:cubicBezTo>
                      <a:pt x="782" y="0"/>
                      <a:pt x="0" y="782"/>
                      <a:pt x="0" y="1737"/>
                    </a:cubicBezTo>
                    <a:lnTo>
                      <a:pt x="0" y="6500"/>
                    </a:lnTo>
                    <a:cubicBezTo>
                      <a:pt x="0" y="7455"/>
                      <a:pt x="782" y="8237"/>
                      <a:pt x="1738" y="8237"/>
                    </a:cubicBezTo>
                    <a:lnTo>
                      <a:pt x="13379" y="8237"/>
                    </a:lnTo>
                    <a:cubicBezTo>
                      <a:pt x="14333" y="8237"/>
                      <a:pt x="15116" y="7455"/>
                      <a:pt x="15116" y="6500"/>
                    </a:cubicBezTo>
                    <a:lnTo>
                      <a:pt x="15116" y="1737"/>
                    </a:lnTo>
                    <a:cubicBezTo>
                      <a:pt x="15116" y="782"/>
                      <a:pt x="14335" y="0"/>
                      <a:pt x="133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7"/>
              <p:cNvSpPr/>
              <p:nvPr/>
            </p:nvSpPr>
            <p:spPr>
              <a:xfrm>
                <a:off x="1843000" y="3797900"/>
                <a:ext cx="37800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15120" h="1812" extrusionOk="0">
                    <a:moveTo>
                      <a:pt x="1" y="1"/>
                    </a:moveTo>
                    <a:lnTo>
                      <a:pt x="1" y="1811"/>
                    </a:lnTo>
                    <a:lnTo>
                      <a:pt x="15119" y="1811"/>
                    </a:lnTo>
                    <a:lnTo>
                      <a:pt x="151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7"/>
              <p:cNvSpPr/>
              <p:nvPr/>
            </p:nvSpPr>
            <p:spPr>
              <a:xfrm>
                <a:off x="2088100" y="3720550"/>
                <a:ext cx="94425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1674" extrusionOk="0">
                    <a:moveTo>
                      <a:pt x="836" y="1"/>
                    </a:moveTo>
                    <a:cubicBezTo>
                      <a:pt x="375" y="1"/>
                      <a:pt x="1" y="375"/>
                      <a:pt x="1" y="836"/>
                    </a:cubicBezTo>
                    <a:cubicBezTo>
                      <a:pt x="1" y="1300"/>
                      <a:pt x="373" y="1674"/>
                      <a:pt x="836" y="1674"/>
                    </a:cubicBezTo>
                    <a:lnTo>
                      <a:pt x="2938" y="1674"/>
                    </a:lnTo>
                    <a:cubicBezTo>
                      <a:pt x="3402" y="1674"/>
                      <a:pt x="3776" y="1300"/>
                      <a:pt x="3776" y="836"/>
                    </a:cubicBezTo>
                    <a:cubicBezTo>
                      <a:pt x="3776" y="375"/>
                      <a:pt x="3402" y="1"/>
                      <a:pt x="29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7"/>
              <p:cNvSpPr/>
              <p:nvPr/>
            </p:nvSpPr>
            <p:spPr>
              <a:xfrm>
                <a:off x="2123850" y="3720550"/>
                <a:ext cx="5870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674" extrusionOk="0">
                    <a:moveTo>
                      <a:pt x="800" y="1"/>
                    </a:moveTo>
                    <a:lnTo>
                      <a:pt x="0" y="1674"/>
                    </a:lnTo>
                    <a:lnTo>
                      <a:pt x="1511" y="1674"/>
                    </a:lnTo>
                    <a:cubicBezTo>
                      <a:pt x="1973" y="1674"/>
                      <a:pt x="2348" y="1300"/>
                      <a:pt x="2348" y="836"/>
                    </a:cubicBezTo>
                    <a:cubicBezTo>
                      <a:pt x="2346" y="375"/>
                      <a:pt x="1972" y="1"/>
                      <a:pt x="15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7"/>
              <p:cNvSpPr/>
              <p:nvPr/>
            </p:nvSpPr>
            <p:spPr>
              <a:xfrm>
                <a:off x="1889925" y="3733300"/>
                <a:ext cx="120125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4805" h="327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4804" y="326"/>
                    </a:lnTo>
                    <a:lnTo>
                      <a:pt x="480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7"/>
              <p:cNvSpPr/>
              <p:nvPr/>
            </p:nvSpPr>
            <p:spPr>
              <a:xfrm>
                <a:off x="1889925" y="3756300"/>
                <a:ext cx="1657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629" h="326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6628" y="326"/>
                    </a:lnTo>
                    <a:lnTo>
                      <a:pt x="662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6" name="Google Shape;436;p37"/>
            <p:cNvSpPr/>
            <p:nvPr/>
          </p:nvSpPr>
          <p:spPr>
            <a:xfrm>
              <a:off x="719988" y="4453731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1101817" y="415722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816779" y="3969852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2720802" y="310002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2499363" y="765978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2817612" y="986278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641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342900" y="16850"/>
            <a:ext cx="2573900" cy="8313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Công </a:t>
            </a:r>
            <a:r>
              <a:rPr lang="vi-VN" dirty="0" err="1"/>
              <a:t>cụ</a:t>
            </a:r>
            <a:endParaRPr dirty="0"/>
          </a:p>
        </p:txBody>
      </p:sp>
      <p:sp>
        <p:nvSpPr>
          <p:cNvPr id="1061" name="Google Shape;1061;p48"/>
          <p:cNvSpPr txBox="1">
            <a:spLocks noGrp="1"/>
          </p:cNvSpPr>
          <p:nvPr>
            <p:ph type="subTitle" idx="1"/>
          </p:nvPr>
        </p:nvSpPr>
        <p:spPr>
          <a:xfrm>
            <a:off x="290827" y="1849497"/>
            <a:ext cx="1335403" cy="1352117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Ubuntu Server (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máy</a:t>
            </a:r>
            <a:r>
              <a:rPr lang="en-US" sz="1200" dirty="0"/>
              <a:t> </a:t>
            </a:r>
            <a:r>
              <a:rPr lang="en-US" sz="1200" dirty="0" err="1"/>
              <a:t>chủ</a:t>
            </a:r>
            <a:r>
              <a:rPr lang="en-US" sz="1200" dirty="0"/>
              <a:t>), Ubuntu Desktop </a:t>
            </a:r>
            <a:r>
              <a:rPr lang="en-US" sz="1200" dirty="0" err="1"/>
              <a:t>hoặc</a:t>
            </a:r>
            <a:r>
              <a:rPr lang="en-US" sz="1200" dirty="0"/>
              <a:t> Windows (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máy</a:t>
            </a:r>
            <a:r>
              <a:rPr lang="en-US" sz="1200" dirty="0"/>
              <a:t> </a:t>
            </a:r>
            <a:r>
              <a:rPr lang="en-US" sz="1200" dirty="0" err="1"/>
              <a:t>khách</a:t>
            </a:r>
            <a:r>
              <a:rPr lang="en-US" sz="1200" dirty="0"/>
              <a:t>)</a:t>
            </a:r>
          </a:p>
        </p:txBody>
      </p:sp>
      <p:pic>
        <p:nvPicPr>
          <p:cNvPr id="1026" name="Picture 2" descr="Ubuntu là gì? Khác gì so với Windows? Hướng dẫn cài đặt Ubuntu">
            <a:extLst>
              <a:ext uri="{FF2B5EF4-FFF2-40B4-BE49-F238E27FC236}">
                <a16:creationId xmlns:a16="http://schemas.microsoft.com/office/drawing/2014/main" id="{53BDA596-E62D-4195-B526-5D0D8B126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65" y="3131128"/>
            <a:ext cx="1333837" cy="8313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599;p40">
            <a:extLst>
              <a:ext uri="{FF2B5EF4-FFF2-40B4-BE49-F238E27FC236}">
                <a16:creationId xmlns:a16="http://schemas.microsoft.com/office/drawing/2014/main" id="{4A15C326-092C-41CA-8E16-83FC3A6E48A3}"/>
              </a:ext>
            </a:extLst>
          </p:cNvPr>
          <p:cNvSpPr txBox="1"/>
          <p:nvPr/>
        </p:nvSpPr>
        <p:spPr>
          <a:xfrm>
            <a:off x="176907" y="1042378"/>
            <a:ext cx="1563244" cy="897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Hệ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điều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hành</a:t>
            </a:r>
            <a:endParaRPr sz="20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" name="Google Shape;1061;p48">
            <a:extLst>
              <a:ext uri="{FF2B5EF4-FFF2-40B4-BE49-F238E27FC236}">
                <a16:creationId xmlns:a16="http://schemas.microsoft.com/office/drawing/2014/main" id="{48C544A5-5B6E-49A3-A176-5B6EB5253DF2}"/>
              </a:ext>
            </a:extLst>
          </p:cNvPr>
          <p:cNvSpPr txBox="1">
            <a:spLocks/>
          </p:cNvSpPr>
          <p:nvPr/>
        </p:nvSpPr>
        <p:spPr>
          <a:xfrm>
            <a:off x="1815940" y="3265587"/>
            <a:ext cx="1506700" cy="361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vi-VN" sz="1200" dirty="0"/>
              <a:t>BIND9</a:t>
            </a:r>
            <a:endParaRPr lang="en-US" sz="1200" dirty="0"/>
          </a:p>
        </p:txBody>
      </p:sp>
      <p:sp>
        <p:nvSpPr>
          <p:cNvPr id="12" name="Google Shape;599;p40">
            <a:extLst>
              <a:ext uri="{FF2B5EF4-FFF2-40B4-BE49-F238E27FC236}">
                <a16:creationId xmlns:a16="http://schemas.microsoft.com/office/drawing/2014/main" id="{4EF4B78C-9113-4A06-B744-270B8D0597B0}"/>
              </a:ext>
            </a:extLst>
          </p:cNvPr>
          <p:cNvSpPr txBox="1"/>
          <p:nvPr/>
        </p:nvSpPr>
        <p:spPr>
          <a:xfrm>
            <a:off x="1820181" y="2414898"/>
            <a:ext cx="1668136" cy="85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Phần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mềm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DNS</a:t>
            </a:r>
          </a:p>
        </p:txBody>
      </p:sp>
      <p:pic>
        <p:nvPicPr>
          <p:cNvPr id="1030" name="Picture 6" descr="BIND 9's new logo! - ISC">
            <a:extLst>
              <a:ext uri="{FF2B5EF4-FFF2-40B4-BE49-F238E27FC236}">
                <a16:creationId xmlns:a16="http://schemas.microsoft.com/office/drawing/2014/main" id="{55714C92-38FA-4891-990B-E9F133C20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914" y="1495942"/>
            <a:ext cx="1367219" cy="8313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1061;p48">
            <a:extLst>
              <a:ext uri="{FF2B5EF4-FFF2-40B4-BE49-F238E27FC236}">
                <a16:creationId xmlns:a16="http://schemas.microsoft.com/office/drawing/2014/main" id="{DE4E9902-6EE7-4AE1-939E-A3E558E70247}"/>
              </a:ext>
            </a:extLst>
          </p:cNvPr>
          <p:cNvSpPr txBox="1">
            <a:spLocks/>
          </p:cNvSpPr>
          <p:nvPr/>
        </p:nvSpPr>
        <p:spPr>
          <a:xfrm>
            <a:off x="3409133" y="2291400"/>
            <a:ext cx="2066474" cy="361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-US" sz="1200" dirty="0"/>
              <a:t>ISC-DHCP-SERVER</a:t>
            </a:r>
          </a:p>
        </p:txBody>
      </p:sp>
      <p:sp>
        <p:nvSpPr>
          <p:cNvPr id="15" name="Google Shape;599;p40">
            <a:extLst>
              <a:ext uri="{FF2B5EF4-FFF2-40B4-BE49-F238E27FC236}">
                <a16:creationId xmlns:a16="http://schemas.microsoft.com/office/drawing/2014/main" id="{823B497C-B5DC-4D56-B982-EAA7A818965F}"/>
              </a:ext>
            </a:extLst>
          </p:cNvPr>
          <p:cNvSpPr txBox="1"/>
          <p:nvPr/>
        </p:nvSpPr>
        <p:spPr>
          <a:xfrm>
            <a:off x="3570435" y="1451986"/>
            <a:ext cx="1671780" cy="71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Phần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mềm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DHCP</a:t>
            </a:r>
          </a:p>
        </p:txBody>
      </p:sp>
      <p:pic>
        <p:nvPicPr>
          <p:cNvPr id="1032" name="Picture 8" descr="ISC's Software Support Policy and Version Numbering">
            <a:extLst>
              <a:ext uri="{FF2B5EF4-FFF2-40B4-BE49-F238E27FC236}">
                <a16:creationId xmlns:a16="http://schemas.microsoft.com/office/drawing/2014/main" id="{21FDB56F-19E3-4054-8D42-B8C7E6C2A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452" y="2905849"/>
            <a:ext cx="1333837" cy="8313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1061;p48">
            <a:extLst>
              <a:ext uri="{FF2B5EF4-FFF2-40B4-BE49-F238E27FC236}">
                <a16:creationId xmlns:a16="http://schemas.microsoft.com/office/drawing/2014/main" id="{C13C9A97-EEF0-449F-A074-C5E6D06CB9C3}"/>
              </a:ext>
            </a:extLst>
          </p:cNvPr>
          <p:cNvSpPr txBox="1">
            <a:spLocks/>
          </p:cNvSpPr>
          <p:nvPr/>
        </p:nvSpPr>
        <p:spPr>
          <a:xfrm>
            <a:off x="5575956" y="3323950"/>
            <a:ext cx="1506700" cy="559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vi-VN" sz="1200" dirty="0" err="1"/>
              <a:t>nslookup</a:t>
            </a:r>
            <a:r>
              <a:rPr lang="vi-VN" sz="1200" dirty="0"/>
              <a:t>, </a:t>
            </a:r>
            <a:r>
              <a:rPr lang="vi-VN" sz="1200" dirty="0" err="1"/>
              <a:t>dig</a:t>
            </a:r>
            <a:r>
              <a:rPr lang="vi-VN" sz="1200" dirty="0"/>
              <a:t>, </a:t>
            </a:r>
            <a:r>
              <a:rPr lang="vi-VN" sz="1200" dirty="0" err="1"/>
              <a:t>ping</a:t>
            </a:r>
            <a:endParaRPr lang="vi-VN" sz="1200" dirty="0"/>
          </a:p>
        </p:txBody>
      </p:sp>
      <p:sp>
        <p:nvSpPr>
          <p:cNvPr id="18" name="Google Shape;599;p40">
            <a:extLst>
              <a:ext uri="{FF2B5EF4-FFF2-40B4-BE49-F238E27FC236}">
                <a16:creationId xmlns:a16="http://schemas.microsoft.com/office/drawing/2014/main" id="{14FB8F04-025C-4520-859C-73338513C473}"/>
              </a:ext>
            </a:extLst>
          </p:cNvPr>
          <p:cNvSpPr txBox="1"/>
          <p:nvPr/>
        </p:nvSpPr>
        <p:spPr>
          <a:xfrm>
            <a:off x="5213836" y="2495662"/>
            <a:ext cx="2199945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Công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cụ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kiểm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tra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mạng</a:t>
            </a:r>
            <a:endParaRPr lang="vi-VN" sz="20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034" name="Picture 10" descr="Cách sử dụng NSLOOKUP để chuẩn đoán DNS Server chi tiết">
            <a:extLst>
              <a:ext uri="{FF2B5EF4-FFF2-40B4-BE49-F238E27FC236}">
                <a16:creationId xmlns:a16="http://schemas.microsoft.com/office/drawing/2014/main" id="{061C819B-2ADB-4655-A291-DDF7236A8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804" y="1386084"/>
            <a:ext cx="1335402" cy="8313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Google Shape;1061;p48">
            <a:extLst>
              <a:ext uri="{FF2B5EF4-FFF2-40B4-BE49-F238E27FC236}">
                <a16:creationId xmlns:a16="http://schemas.microsoft.com/office/drawing/2014/main" id="{3A7E27E3-1392-43BD-A29D-1CD5AF5A0EE7}"/>
              </a:ext>
            </a:extLst>
          </p:cNvPr>
          <p:cNvSpPr txBox="1">
            <a:spLocks/>
          </p:cNvSpPr>
          <p:nvPr/>
        </p:nvSpPr>
        <p:spPr>
          <a:xfrm>
            <a:off x="7367518" y="2156752"/>
            <a:ext cx="1515584" cy="361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Medium"/>
              <a:buNone/>
              <a:defRPr sz="14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en-US" sz="1200" dirty="0"/>
              <a:t>Bash Script</a:t>
            </a:r>
          </a:p>
        </p:txBody>
      </p:sp>
      <p:sp>
        <p:nvSpPr>
          <p:cNvPr id="21" name="Google Shape;599;p40">
            <a:extLst>
              <a:ext uri="{FF2B5EF4-FFF2-40B4-BE49-F238E27FC236}">
                <a16:creationId xmlns:a16="http://schemas.microsoft.com/office/drawing/2014/main" id="{FBD1906D-A96D-4BC7-8A61-CDA54037F532}"/>
              </a:ext>
            </a:extLst>
          </p:cNvPr>
          <p:cNvSpPr txBox="1"/>
          <p:nvPr/>
        </p:nvSpPr>
        <p:spPr>
          <a:xfrm>
            <a:off x="7321856" y="1386084"/>
            <a:ext cx="1671780" cy="71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Ngôn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ngữ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lập</a:t>
            </a:r>
            <a:r>
              <a:rPr lang="vi-VN" sz="20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20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trình</a:t>
            </a:r>
            <a:endParaRPr lang="en-US" sz="20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036" name="Picture 12" descr="Bash là gì? 3 thao tác thực hiện Bash trên Linux cơ bản nhất">
            <a:extLst>
              <a:ext uri="{FF2B5EF4-FFF2-40B4-BE49-F238E27FC236}">
                <a16:creationId xmlns:a16="http://schemas.microsoft.com/office/drawing/2014/main" id="{863F1740-F342-48BF-AEE8-90C362EAF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670" y="2696441"/>
            <a:ext cx="1332933" cy="8313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32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/>
          <p:nvPr/>
        </p:nvSpPr>
        <p:spPr>
          <a:xfrm>
            <a:off x="5183994" y="1071331"/>
            <a:ext cx="1260000" cy="892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"/>
          <p:cNvSpPr txBox="1">
            <a:spLocks noGrp="1"/>
          </p:cNvSpPr>
          <p:nvPr>
            <p:ph type="title" idx="2"/>
          </p:nvPr>
        </p:nvSpPr>
        <p:spPr>
          <a:xfrm>
            <a:off x="5183994" y="1071331"/>
            <a:ext cx="1260000" cy="892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03</a:t>
            </a:r>
            <a:endParaRPr dirty="0"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4140837" y="2189507"/>
            <a:ext cx="3682529" cy="1600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hành</a:t>
            </a:r>
            <a:endParaRPr dirty="0"/>
          </a:p>
        </p:txBody>
      </p:sp>
      <p:grpSp>
        <p:nvGrpSpPr>
          <p:cNvPr id="406" name="Google Shape;406;p37"/>
          <p:cNvGrpSpPr/>
          <p:nvPr/>
        </p:nvGrpSpPr>
        <p:grpSpPr>
          <a:xfrm>
            <a:off x="719988" y="310002"/>
            <a:ext cx="2535031" cy="4523496"/>
            <a:chOff x="719988" y="310002"/>
            <a:chExt cx="2535031" cy="4523496"/>
          </a:xfrm>
        </p:grpSpPr>
        <p:sp>
          <p:nvSpPr>
            <p:cNvPr id="407" name="Google Shape;407;p37"/>
            <p:cNvSpPr/>
            <p:nvPr/>
          </p:nvSpPr>
          <p:spPr>
            <a:xfrm>
              <a:off x="2184511" y="3409533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769890" y="868849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9" name="Google Shape;409;p37"/>
            <p:cNvGrpSpPr/>
            <p:nvPr/>
          </p:nvGrpSpPr>
          <p:grpSpPr>
            <a:xfrm>
              <a:off x="998500" y="1097444"/>
              <a:ext cx="2256519" cy="2948604"/>
              <a:chOff x="1119525" y="2437600"/>
              <a:chExt cx="1296850" cy="1694600"/>
            </a:xfrm>
          </p:grpSpPr>
          <p:sp>
            <p:nvSpPr>
              <p:cNvPr id="410" name="Google Shape;410;p37"/>
              <p:cNvSpPr/>
              <p:nvPr/>
            </p:nvSpPr>
            <p:spPr>
              <a:xfrm>
                <a:off x="1219475" y="2437600"/>
                <a:ext cx="850625" cy="1694600"/>
              </a:xfrm>
              <a:custGeom>
                <a:avLst/>
                <a:gdLst/>
                <a:ahLst/>
                <a:cxnLst/>
                <a:rect l="l" t="t" r="r" b="b"/>
                <a:pathLst>
                  <a:path w="34025" h="67784" extrusionOk="0">
                    <a:moveTo>
                      <a:pt x="4295" y="0"/>
                    </a:moveTo>
                    <a:cubicBezTo>
                      <a:pt x="1934" y="0"/>
                      <a:pt x="1" y="1933"/>
                      <a:pt x="1" y="4295"/>
                    </a:cubicBezTo>
                    <a:lnTo>
                      <a:pt x="1" y="63488"/>
                    </a:lnTo>
                    <a:cubicBezTo>
                      <a:pt x="1" y="65850"/>
                      <a:pt x="1934" y="67783"/>
                      <a:pt x="4295" y="67783"/>
                    </a:cubicBezTo>
                    <a:lnTo>
                      <a:pt x="29730" y="67783"/>
                    </a:lnTo>
                    <a:cubicBezTo>
                      <a:pt x="32091" y="67783"/>
                      <a:pt x="34024" y="65850"/>
                      <a:pt x="34024" y="63488"/>
                    </a:cubicBezTo>
                    <a:lnTo>
                      <a:pt x="34024" y="4295"/>
                    </a:lnTo>
                    <a:cubicBezTo>
                      <a:pt x="34024" y="1933"/>
                      <a:pt x="32091" y="0"/>
                      <a:pt x="29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7"/>
              <p:cNvSpPr/>
              <p:nvPr/>
            </p:nvSpPr>
            <p:spPr>
              <a:xfrm>
                <a:off x="1292050" y="2538575"/>
                <a:ext cx="705425" cy="1401475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9" extrusionOk="0">
                    <a:moveTo>
                      <a:pt x="1" y="1"/>
                    </a:moveTo>
                    <a:lnTo>
                      <a:pt x="1" y="56059"/>
                    </a:lnTo>
                    <a:lnTo>
                      <a:pt x="28217" y="56059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7"/>
              <p:cNvSpPr/>
              <p:nvPr/>
            </p:nvSpPr>
            <p:spPr>
              <a:xfrm>
                <a:off x="1564275" y="4000025"/>
                <a:ext cx="16097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2147" extrusionOk="0">
                    <a:moveTo>
                      <a:pt x="1073" y="0"/>
                    </a:moveTo>
                    <a:cubicBezTo>
                      <a:pt x="481" y="0"/>
                      <a:pt x="1" y="481"/>
                      <a:pt x="1" y="1073"/>
                    </a:cubicBezTo>
                    <a:cubicBezTo>
                      <a:pt x="1" y="1666"/>
                      <a:pt x="480" y="2146"/>
                      <a:pt x="1073" y="2146"/>
                    </a:cubicBezTo>
                    <a:lnTo>
                      <a:pt x="5365" y="2146"/>
                    </a:lnTo>
                    <a:cubicBezTo>
                      <a:pt x="5958" y="2146"/>
                      <a:pt x="6439" y="1666"/>
                      <a:pt x="6439" y="1073"/>
                    </a:cubicBezTo>
                    <a:cubicBezTo>
                      <a:pt x="6439" y="481"/>
                      <a:pt x="5960" y="0"/>
                      <a:pt x="5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7"/>
              <p:cNvSpPr/>
              <p:nvPr/>
            </p:nvSpPr>
            <p:spPr>
              <a:xfrm>
                <a:off x="1292050" y="2538600"/>
                <a:ext cx="705425" cy="1401450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8" extrusionOk="0">
                    <a:moveTo>
                      <a:pt x="28217" y="1"/>
                    </a:moveTo>
                    <a:lnTo>
                      <a:pt x="1" y="56058"/>
                    </a:lnTo>
                    <a:lnTo>
                      <a:pt x="28217" y="56058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7"/>
              <p:cNvSpPr/>
              <p:nvPr/>
            </p:nvSpPr>
            <p:spPr>
              <a:xfrm>
                <a:off x="1589550" y="2745875"/>
                <a:ext cx="826825" cy="717975"/>
              </a:xfrm>
              <a:custGeom>
                <a:avLst/>
                <a:gdLst/>
                <a:ahLst/>
                <a:cxnLst/>
                <a:rect l="l" t="t" r="r" b="b"/>
                <a:pathLst>
                  <a:path w="33073" h="28719" extrusionOk="0">
                    <a:moveTo>
                      <a:pt x="16536" y="1"/>
                    </a:moveTo>
                    <a:cubicBezTo>
                      <a:pt x="15362" y="932"/>
                      <a:pt x="10963" y="4109"/>
                      <a:pt x="5433" y="4199"/>
                    </a:cubicBezTo>
                    <a:cubicBezTo>
                      <a:pt x="5433" y="4199"/>
                      <a:pt x="1" y="22645"/>
                      <a:pt x="16536" y="28719"/>
                    </a:cubicBezTo>
                    <a:cubicBezTo>
                      <a:pt x="33072" y="22645"/>
                      <a:pt x="27639" y="4199"/>
                      <a:pt x="27639" y="4199"/>
                    </a:cubicBezTo>
                    <a:cubicBezTo>
                      <a:pt x="22109" y="4108"/>
                      <a:pt x="17708" y="931"/>
                      <a:pt x="165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7"/>
              <p:cNvSpPr/>
              <p:nvPr/>
            </p:nvSpPr>
            <p:spPr>
              <a:xfrm>
                <a:off x="1626925" y="2772500"/>
                <a:ext cx="752025" cy="662575"/>
              </a:xfrm>
              <a:custGeom>
                <a:avLst/>
                <a:gdLst/>
                <a:ahLst/>
                <a:cxnLst/>
                <a:rect l="l" t="t" r="r" b="b"/>
                <a:pathLst>
                  <a:path w="30081" h="26503" extrusionOk="0">
                    <a:moveTo>
                      <a:pt x="15041" y="0"/>
                    </a:moveTo>
                    <a:lnTo>
                      <a:pt x="14800" y="191"/>
                    </a:lnTo>
                    <a:cubicBezTo>
                      <a:pt x="13743" y="1030"/>
                      <a:pt x="9925" y="3772"/>
                      <a:pt x="5140" y="3850"/>
                    </a:cubicBezTo>
                    <a:lnTo>
                      <a:pt x="4855" y="3855"/>
                    </a:lnTo>
                    <a:lnTo>
                      <a:pt x="4773" y="4128"/>
                    </a:lnTo>
                    <a:cubicBezTo>
                      <a:pt x="4723" y="4297"/>
                      <a:pt x="1" y="20979"/>
                      <a:pt x="14906" y="26452"/>
                    </a:cubicBezTo>
                    <a:lnTo>
                      <a:pt x="15041" y="26502"/>
                    </a:lnTo>
                    <a:lnTo>
                      <a:pt x="15175" y="26452"/>
                    </a:lnTo>
                    <a:cubicBezTo>
                      <a:pt x="30081" y="20979"/>
                      <a:pt x="25357" y="4297"/>
                      <a:pt x="25308" y="4128"/>
                    </a:cubicBezTo>
                    <a:lnTo>
                      <a:pt x="25228" y="3855"/>
                    </a:lnTo>
                    <a:lnTo>
                      <a:pt x="24943" y="3850"/>
                    </a:lnTo>
                    <a:cubicBezTo>
                      <a:pt x="20155" y="3772"/>
                      <a:pt x="16340" y="1030"/>
                      <a:pt x="15283" y="191"/>
                    </a:cubicBezTo>
                    <a:lnTo>
                      <a:pt x="150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7"/>
              <p:cNvSpPr/>
              <p:nvPr/>
            </p:nvSpPr>
            <p:spPr>
              <a:xfrm>
                <a:off x="1914400" y="2925375"/>
                <a:ext cx="177100" cy="174150"/>
              </a:xfrm>
              <a:custGeom>
                <a:avLst/>
                <a:gdLst/>
                <a:ahLst/>
                <a:cxnLst/>
                <a:rect l="l" t="t" r="r" b="b"/>
                <a:pathLst>
                  <a:path w="7084" h="6966" extrusionOk="0">
                    <a:moveTo>
                      <a:pt x="4036" y="913"/>
                    </a:moveTo>
                    <a:cubicBezTo>
                      <a:pt x="5213" y="913"/>
                      <a:pt x="6168" y="1871"/>
                      <a:pt x="6168" y="3046"/>
                    </a:cubicBezTo>
                    <a:lnTo>
                      <a:pt x="6168" y="3918"/>
                    </a:lnTo>
                    <a:cubicBezTo>
                      <a:pt x="6168" y="5095"/>
                      <a:pt x="5213" y="6052"/>
                      <a:pt x="4036" y="6052"/>
                    </a:cubicBezTo>
                    <a:lnTo>
                      <a:pt x="3049" y="6052"/>
                    </a:lnTo>
                    <a:cubicBezTo>
                      <a:pt x="1872" y="6052"/>
                      <a:pt x="915" y="5095"/>
                      <a:pt x="915" y="3918"/>
                    </a:cubicBezTo>
                    <a:lnTo>
                      <a:pt x="915" y="3046"/>
                    </a:lnTo>
                    <a:cubicBezTo>
                      <a:pt x="915" y="1869"/>
                      <a:pt x="1872" y="913"/>
                      <a:pt x="3049" y="913"/>
                    </a:cubicBezTo>
                    <a:close/>
                    <a:moveTo>
                      <a:pt x="3047" y="1"/>
                    </a:moveTo>
                    <a:cubicBezTo>
                      <a:pt x="1366" y="1"/>
                      <a:pt x="1" y="1366"/>
                      <a:pt x="1" y="3046"/>
                    </a:cubicBezTo>
                    <a:lnTo>
                      <a:pt x="1" y="3918"/>
                    </a:lnTo>
                    <a:cubicBezTo>
                      <a:pt x="1" y="5599"/>
                      <a:pt x="1366" y="6965"/>
                      <a:pt x="3047" y="6965"/>
                    </a:cubicBezTo>
                    <a:lnTo>
                      <a:pt x="4035" y="6965"/>
                    </a:lnTo>
                    <a:cubicBezTo>
                      <a:pt x="5715" y="6965"/>
                      <a:pt x="7083" y="5599"/>
                      <a:pt x="7081" y="3918"/>
                    </a:cubicBezTo>
                    <a:lnTo>
                      <a:pt x="7081" y="3046"/>
                    </a:lnTo>
                    <a:cubicBezTo>
                      <a:pt x="7081" y="1366"/>
                      <a:pt x="5715" y="1"/>
                      <a:pt x="40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7"/>
              <p:cNvSpPr/>
              <p:nvPr/>
            </p:nvSpPr>
            <p:spPr>
              <a:xfrm>
                <a:off x="1874500" y="3025250"/>
                <a:ext cx="256925" cy="257000"/>
              </a:xfrm>
              <a:custGeom>
                <a:avLst/>
                <a:gdLst/>
                <a:ahLst/>
                <a:cxnLst/>
                <a:rect l="l" t="t" r="r" b="b"/>
                <a:pathLst>
                  <a:path w="10277" h="10280" extrusionOk="0">
                    <a:moveTo>
                      <a:pt x="2987" y="0"/>
                    </a:moveTo>
                    <a:cubicBezTo>
                      <a:pt x="1346" y="0"/>
                      <a:pt x="0" y="1346"/>
                      <a:pt x="0" y="2989"/>
                    </a:cubicBezTo>
                    <a:lnTo>
                      <a:pt x="0" y="7290"/>
                    </a:lnTo>
                    <a:cubicBezTo>
                      <a:pt x="0" y="8934"/>
                      <a:pt x="1344" y="10279"/>
                      <a:pt x="2987" y="10279"/>
                    </a:cubicBezTo>
                    <a:lnTo>
                      <a:pt x="7289" y="10279"/>
                    </a:lnTo>
                    <a:cubicBezTo>
                      <a:pt x="8932" y="10279"/>
                      <a:pt x="10277" y="8934"/>
                      <a:pt x="10277" y="7290"/>
                    </a:cubicBezTo>
                    <a:lnTo>
                      <a:pt x="10277" y="2989"/>
                    </a:lnTo>
                    <a:cubicBezTo>
                      <a:pt x="10277" y="1346"/>
                      <a:pt x="8932" y="0"/>
                      <a:pt x="72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7"/>
              <p:cNvSpPr/>
              <p:nvPr/>
            </p:nvSpPr>
            <p:spPr>
              <a:xfrm>
                <a:off x="1890650" y="3041425"/>
                <a:ext cx="240775" cy="24082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9633" extrusionOk="0">
                    <a:moveTo>
                      <a:pt x="8491" y="0"/>
                    </a:moveTo>
                    <a:cubicBezTo>
                      <a:pt x="8894" y="512"/>
                      <a:pt x="9138" y="1152"/>
                      <a:pt x="9138" y="1849"/>
                    </a:cubicBezTo>
                    <a:lnTo>
                      <a:pt x="9138" y="6150"/>
                    </a:lnTo>
                    <a:cubicBezTo>
                      <a:pt x="9138" y="7794"/>
                      <a:pt x="7792" y="9139"/>
                      <a:pt x="6150" y="9139"/>
                    </a:cubicBezTo>
                    <a:lnTo>
                      <a:pt x="1847" y="9139"/>
                    </a:lnTo>
                    <a:cubicBezTo>
                      <a:pt x="1151" y="9139"/>
                      <a:pt x="509" y="8896"/>
                      <a:pt x="0" y="8492"/>
                    </a:cubicBezTo>
                    <a:lnTo>
                      <a:pt x="0" y="8492"/>
                    </a:lnTo>
                    <a:cubicBezTo>
                      <a:pt x="547" y="9184"/>
                      <a:pt x="1393" y="9632"/>
                      <a:pt x="2339" y="9632"/>
                    </a:cubicBezTo>
                    <a:lnTo>
                      <a:pt x="6640" y="9632"/>
                    </a:lnTo>
                    <a:cubicBezTo>
                      <a:pt x="8284" y="9632"/>
                      <a:pt x="9630" y="8287"/>
                      <a:pt x="9630" y="6643"/>
                    </a:cubicBezTo>
                    <a:lnTo>
                      <a:pt x="9630" y="2342"/>
                    </a:lnTo>
                    <a:cubicBezTo>
                      <a:pt x="9631" y="1396"/>
                      <a:pt x="9182" y="550"/>
                      <a:pt x="8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7"/>
              <p:cNvSpPr/>
              <p:nvPr/>
            </p:nvSpPr>
            <p:spPr>
              <a:xfrm>
                <a:off x="1964400" y="3085750"/>
                <a:ext cx="77125" cy="151975"/>
              </a:xfrm>
              <a:custGeom>
                <a:avLst/>
                <a:gdLst/>
                <a:ahLst/>
                <a:cxnLst/>
                <a:rect l="l" t="t" r="r" b="b"/>
                <a:pathLst>
                  <a:path w="3085" h="6079" extrusionOk="0">
                    <a:moveTo>
                      <a:pt x="1543" y="1"/>
                    </a:moveTo>
                    <a:cubicBezTo>
                      <a:pt x="691" y="1"/>
                      <a:pt x="1" y="691"/>
                      <a:pt x="1" y="1543"/>
                    </a:cubicBezTo>
                    <a:cubicBezTo>
                      <a:pt x="1" y="2153"/>
                      <a:pt x="359" y="2677"/>
                      <a:pt x="876" y="2927"/>
                    </a:cubicBezTo>
                    <a:lnTo>
                      <a:pt x="110" y="5816"/>
                    </a:lnTo>
                    <a:cubicBezTo>
                      <a:pt x="81" y="5959"/>
                      <a:pt x="177" y="6079"/>
                      <a:pt x="325" y="6079"/>
                    </a:cubicBezTo>
                    <a:lnTo>
                      <a:pt x="2767" y="6079"/>
                    </a:lnTo>
                    <a:cubicBezTo>
                      <a:pt x="2913" y="6079"/>
                      <a:pt x="3010" y="5959"/>
                      <a:pt x="2982" y="5816"/>
                    </a:cubicBezTo>
                    <a:lnTo>
                      <a:pt x="2215" y="2927"/>
                    </a:lnTo>
                    <a:cubicBezTo>
                      <a:pt x="2726" y="2677"/>
                      <a:pt x="3084" y="2153"/>
                      <a:pt x="3084" y="1543"/>
                    </a:cubicBezTo>
                    <a:cubicBezTo>
                      <a:pt x="3084" y="691"/>
                      <a:pt x="2394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7"/>
              <p:cNvSpPr/>
              <p:nvPr/>
            </p:nvSpPr>
            <p:spPr>
              <a:xfrm>
                <a:off x="1131100" y="3216975"/>
                <a:ext cx="427175" cy="389225"/>
              </a:xfrm>
              <a:custGeom>
                <a:avLst/>
                <a:gdLst/>
                <a:ahLst/>
                <a:cxnLst/>
                <a:rect l="l" t="t" r="r" b="b"/>
                <a:pathLst>
                  <a:path w="17087" h="15569" extrusionOk="0">
                    <a:moveTo>
                      <a:pt x="8544" y="1765"/>
                    </a:moveTo>
                    <a:cubicBezTo>
                      <a:pt x="10084" y="1765"/>
                      <a:pt x="11625" y="2353"/>
                      <a:pt x="12800" y="3528"/>
                    </a:cubicBezTo>
                    <a:cubicBezTo>
                      <a:pt x="15151" y="5879"/>
                      <a:pt x="15151" y="9690"/>
                      <a:pt x="12800" y="12040"/>
                    </a:cubicBezTo>
                    <a:cubicBezTo>
                      <a:pt x="11624" y="13216"/>
                      <a:pt x="10083" y="13804"/>
                      <a:pt x="8543" y="13804"/>
                    </a:cubicBezTo>
                    <a:cubicBezTo>
                      <a:pt x="7003" y="13804"/>
                      <a:pt x="5462" y="13216"/>
                      <a:pt x="4288" y="12041"/>
                    </a:cubicBezTo>
                    <a:cubicBezTo>
                      <a:pt x="1937" y="9690"/>
                      <a:pt x="1937" y="5879"/>
                      <a:pt x="4288" y="3528"/>
                    </a:cubicBezTo>
                    <a:cubicBezTo>
                      <a:pt x="5463" y="2353"/>
                      <a:pt x="7004" y="1765"/>
                      <a:pt x="8544" y="1765"/>
                    </a:cubicBezTo>
                    <a:close/>
                    <a:moveTo>
                      <a:pt x="8544" y="1"/>
                    </a:moveTo>
                    <a:cubicBezTo>
                      <a:pt x="6552" y="1"/>
                      <a:pt x="4560" y="761"/>
                      <a:pt x="3041" y="2280"/>
                    </a:cubicBezTo>
                    <a:cubicBezTo>
                      <a:pt x="1" y="5320"/>
                      <a:pt x="1" y="10249"/>
                      <a:pt x="3041" y="13289"/>
                    </a:cubicBezTo>
                    <a:cubicBezTo>
                      <a:pt x="4561" y="14809"/>
                      <a:pt x="6553" y="15569"/>
                      <a:pt x="8545" y="15569"/>
                    </a:cubicBezTo>
                    <a:cubicBezTo>
                      <a:pt x="10537" y="15569"/>
                      <a:pt x="12530" y="14809"/>
                      <a:pt x="14049" y="13289"/>
                    </a:cubicBezTo>
                    <a:cubicBezTo>
                      <a:pt x="17087" y="10249"/>
                      <a:pt x="17087" y="5321"/>
                      <a:pt x="14049" y="2282"/>
                    </a:cubicBezTo>
                    <a:cubicBezTo>
                      <a:pt x="12529" y="761"/>
                      <a:pt x="10537" y="1"/>
                      <a:pt x="85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7"/>
              <p:cNvSpPr/>
              <p:nvPr/>
            </p:nvSpPr>
            <p:spPr>
              <a:xfrm>
                <a:off x="1179500" y="3261100"/>
                <a:ext cx="330400" cy="300975"/>
              </a:xfrm>
              <a:custGeom>
                <a:avLst/>
                <a:gdLst/>
                <a:ahLst/>
                <a:cxnLst/>
                <a:rect l="l" t="t" r="r" b="b"/>
                <a:pathLst>
                  <a:path w="13216" h="12039" extrusionOk="0">
                    <a:moveTo>
                      <a:pt x="6608" y="0"/>
                    </a:moveTo>
                    <a:cubicBezTo>
                      <a:pt x="5068" y="0"/>
                      <a:pt x="3527" y="588"/>
                      <a:pt x="2352" y="1763"/>
                    </a:cubicBezTo>
                    <a:cubicBezTo>
                      <a:pt x="1" y="4114"/>
                      <a:pt x="1" y="7925"/>
                      <a:pt x="2352" y="10276"/>
                    </a:cubicBezTo>
                    <a:cubicBezTo>
                      <a:pt x="3526" y="11451"/>
                      <a:pt x="5067" y="12039"/>
                      <a:pt x="6607" y="12039"/>
                    </a:cubicBezTo>
                    <a:cubicBezTo>
                      <a:pt x="8147" y="12039"/>
                      <a:pt x="9688" y="11451"/>
                      <a:pt x="10864" y="10275"/>
                    </a:cubicBezTo>
                    <a:cubicBezTo>
                      <a:pt x="13215" y="7925"/>
                      <a:pt x="13215" y="4114"/>
                      <a:pt x="10864" y="1763"/>
                    </a:cubicBezTo>
                    <a:cubicBezTo>
                      <a:pt x="9689" y="588"/>
                      <a:pt x="8148" y="0"/>
                      <a:pt x="66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7"/>
              <p:cNvSpPr/>
              <p:nvPr/>
            </p:nvSpPr>
            <p:spPr>
              <a:xfrm>
                <a:off x="1434150" y="3501025"/>
                <a:ext cx="191475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7659" h="7656" extrusionOk="0">
                    <a:moveTo>
                      <a:pt x="1357" y="0"/>
                    </a:moveTo>
                    <a:lnTo>
                      <a:pt x="0" y="1356"/>
                    </a:lnTo>
                    <a:lnTo>
                      <a:pt x="6301" y="7656"/>
                    </a:lnTo>
                    <a:lnTo>
                      <a:pt x="7658" y="6301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7"/>
              <p:cNvSpPr/>
              <p:nvPr/>
            </p:nvSpPr>
            <p:spPr>
              <a:xfrm>
                <a:off x="1557750" y="3624625"/>
                <a:ext cx="67875" cy="67800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2712" extrusionOk="0">
                    <a:moveTo>
                      <a:pt x="1357" y="1"/>
                    </a:moveTo>
                    <a:lnTo>
                      <a:pt x="0" y="1357"/>
                    </a:lnTo>
                    <a:lnTo>
                      <a:pt x="1357" y="2712"/>
                    </a:lnTo>
                    <a:lnTo>
                      <a:pt x="2714" y="1357"/>
                    </a:lnTo>
                    <a:lnTo>
                      <a:pt x="13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7"/>
              <p:cNvSpPr/>
              <p:nvPr/>
            </p:nvSpPr>
            <p:spPr>
              <a:xfrm>
                <a:off x="1248675" y="3327200"/>
                <a:ext cx="188775" cy="168725"/>
              </a:xfrm>
              <a:custGeom>
                <a:avLst/>
                <a:gdLst/>
                <a:ahLst/>
                <a:cxnLst/>
                <a:rect l="l" t="t" r="r" b="b"/>
                <a:pathLst>
                  <a:path w="7551" h="6749" extrusionOk="0">
                    <a:moveTo>
                      <a:pt x="3774" y="0"/>
                    </a:moveTo>
                    <a:cubicBezTo>
                      <a:pt x="3125" y="0"/>
                      <a:pt x="2596" y="527"/>
                      <a:pt x="2596" y="1179"/>
                    </a:cubicBezTo>
                    <a:cubicBezTo>
                      <a:pt x="2596" y="1422"/>
                      <a:pt x="2670" y="1648"/>
                      <a:pt x="2795" y="1836"/>
                    </a:cubicBezTo>
                    <a:cubicBezTo>
                      <a:pt x="2633" y="1964"/>
                      <a:pt x="2485" y="2127"/>
                      <a:pt x="2357" y="2313"/>
                    </a:cubicBezTo>
                    <a:cubicBezTo>
                      <a:pt x="1883" y="2014"/>
                      <a:pt x="1408" y="1717"/>
                      <a:pt x="934" y="1419"/>
                    </a:cubicBezTo>
                    <a:cubicBezTo>
                      <a:pt x="897" y="1396"/>
                      <a:pt x="861" y="1386"/>
                      <a:pt x="826" y="1386"/>
                    </a:cubicBezTo>
                    <a:cubicBezTo>
                      <a:pt x="647" y="1386"/>
                      <a:pt x="530" y="1661"/>
                      <a:pt x="722" y="1782"/>
                    </a:cubicBezTo>
                    <a:cubicBezTo>
                      <a:pt x="1198" y="2080"/>
                      <a:pt x="1673" y="2378"/>
                      <a:pt x="2148" y="2678"/>
                    </a:cubicBezTo>
                    <a:cubicBezTo>
                      <a:pt x="1984" y="3026"/>
                      <a:pt x="1879" y="3434"/>
                      <a:pt x="1860" y="3869"/>
                    </a:cubicBezTo>
                    <a:cubicBezTo>
                      <a:pt x="1331" y="3813"/>
                      <a:pt x="799" y="3758"/>
                      <a:pt x="269" y="3703"/>
                    </a:cubicBezTo>
                    <a:cubicBezTo>
                      <a:pt x="260" y="3702"/>
                      <a:pt x="251" y="3701"/>
                      <a:pt x="243" y="3701"/>
                    </a:cubicBezTo>
                    <a:cubicBezTo>
                      <a:pt x="0" y="3701"/>
                      <a:pt x="10" y="4096"/>
                      <a:pt x="269" y="4122"/>
                    </a:cubicBezTo>
                    <a:cubicBezTo>
                      <a:pt x="802" y="4178"/>
                      <a:pt x="1334" y="4232"/>
                      <a:pt x="1867" y="4288"/>
                    </a:cubicBezTo>
                    <a:cubicBezTo>
                      <a:pt x="1896" y="4666"/>
                      <a:pt x="1988" y="5019"/>
                      <a:pt x="2128" y="5330"/>
                    </a:cubicBezTo>
                    <a:cubicBezTo>
                      <a:pt x="1749" y="5684"/>
                      <a:pt x="1369" y="6039"/>
                      <a:pt x="989" y="6393"/>
                    </a:cubicBezTo>
                    <a:cubicBezTo>
                      <a:pt x="835" y="6538"/>
                      <a:pt x="981" y="6749"/>
                      <a:pt x="1147" y="6749"/>
                    </a:cubicBezTo>
                    <a:cubicBezTo>
                      <a:pt x="1194" y="6749"/>
                      <a:pt x="1243" y="6732"/>
                      <a:pt x="1287" y="6691"/>
                    </a:cubicBezTo>
                    <a:cubicBezTo>
                      <a:pt x="1639" y="6364"/>
                      <a:pt x="1988" y="6036"/>
                      <a:pt x="2338" y="5709"/>
                    </a:cubicBezTo>
                    <a:cubicBezTo>
                      <a:pt x="2689" y="6236"/>
                      <a:pt x="3203" y="6570"/>
                      <a:pt x="3776" y="6570"/>
                    </a:cubicBezTo>
                    <a:cubicBezTo>
                      <a:pt x="4350" y="6570"/>
                      <a:pt x="4862" y="6237"/>
                      <a:pt x="5214" y="5709"/>
                    </a:cubicBezTo>
                    <a:cubicBezTo>
                      <a:pt x="5565" y="6036"/>
                      <a:pt x="5915" y="6364"/>
                      <a:pt x="6265" y="6691"/>
                    </a:cubicBezTo>
                    <a:cubicBezTo>
                      <a:pt x="6309" y="6732"/>
                      <a:pt x="6358" y="6749"/>
                      <a:pt x="6406" y="6749"/>
                    </a:cubicBezTo>
                    <a:cubicBezTo>
                      <a:pt x="6571" y="6749"/>
                      <a:pt x="6717" y="6538"/>
                      <a:pt x="6562" y="6393"/>
                    </a:cubicBezTo>
                    <a:cubicBezTo>
                      <a:pt x="6183" y="6039"/>
                      <a:pt x="5804" y="5684"/>
                      <a:pt x="5424" y="5330"/>
                    </a:cubicBezTo>
                    <a:cubicBezTo>
                      <a:pt x="5563" y="5019"/>
                      <a:pt x="5656" y="4666"/>
                      <a:pt x="5685" y="4288"/>
                    </a:cubicBezTo>
                    <a:cubicBezTo>
                      <a:pt x="6219" y="4232"/>
                      <a:pt x="6751" y="4178"/>
                      <a:pt x="7283" y="4122"/>
                    </a:cubicBezTo>
                    <a:cubicBezTo>
                      <a:pt x="7539" y="4096"/>
                      <a:pt x="7551" y="3701"/>
                      <a:pt x="7306" y="3701"/>
                    </a:cubicBezTo>
                    <a:cubicBezTo>
                      <a:pt x="7298" y="3701"/>
                      <a:pt x="7289" y="3702"/>
                      <a:pt x="7280" y="3703"/>
                    </a:cubicBezTo>
                    <a:cubicBezTo>
                      <a:pt x="6751" y="3758"/>
                      <a:pt x="6219" y="3813"/>
                      <a:pt x="5688" y="3869"/>
                    </a:cubicBezTo>
                    <a:cubicBezTo>
                      <a:pt x="5668" y="3434"/>
                      <a:pt x="5565" y="3026"/>
                      <a:pt x="5400" y="2678"/>
                    </a:cubicBezTo>
                    <a:cubicBezTo>
                      <a:pt x="5875" y="2379"/>
                      <a:pt x="6351" y="2080"/>
                      <a:pt x="6827" y="1782"/>
                    </a:cubicBezTo>
                    <a:cubicBezTo>
                      <a:pt x="7019" y="1661"/>
                      <a:pt x="6900" y="1386"/>
                      <a:pt x="6723" y="1386"/>
                    </a:cubicBezTo>
                    <a:cubicBezTo>
                      <a:pt x="6689" y="1386"/>
                      <a:pt x="6653" y="1396"/>
                      <a:pt x="6616" y="1419"/>
                    </a:cubicBezTo>
                    <a:cubicBezTo>
                      <a:pt x="6142" y="1717"/>
                      <a:pt x="5665" y="2014"/>
                      <a:pt x="5191" y="2313"/>
                    </a:cubicBezTo>
                    <a:cubicBezTo>
                      <a:pt x="5063" y="2127"/>
                      <a:pt x="4916" y="1967"/>
                      <a:pt x="4753" y="1836"/>
                    </a:cubicBezTo>
                    <a:cubicBezTo>
                      <a:pt x="4880" y="1649"/>
                      <a:pt x="4953" y="1422"/>
                      <a:pt x="4953" y="1179"/>
                    </a:cubicBezTo>
                    <a:cubicBezTo>
                      <a:pt x="4953" y="528"/>
                      <a:pt x="4426" y="0"/>
                      <a:pt x="37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7"/>
              <p:cNvSpPr/>
              <p:nvPr/>
            </p:nvSpPr>
            <p:spPr>
              <a:xfrm>
                <a:off x="1119525" y="260735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0"/>
                    </a:moveTo>
                    <a:cubicBezTo>
                      <a:pt x="436" y="0"/>
                      <a:pt x="0" y="487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2"/>
                      <a:pt x="2586" y="13722"/>
                    </a:cubicBezTo>
                    <a:lnTo>
                      <a:pt x="15427" y="13722"/>
                    </a:lnTo>
                    <a:cubicBezTo>
                      <a:pt x="16024" y="13722"/>
                      <a:pt x="16580" y="13237"/>
                      <a:pt x="16660" y="12645"/>
                    </a:cubicBezTo>
                    <a:lnTo>
                      <a:pt x="17924" y="3237"/>
                    </a:lnTo>
                    <a:cubicBezTo>
                      <a:pt x="18004" y="2642"/>
                      <a:pt x="17578" y="2159"/>
                      <a:pt x="16979" y="2159"/>
                    </a:cubicBezTo>
                    <a:lnTo>
                      <a:pt x="10452" y="2159"/>
                    </a:lnTo>
                    <a:cubicBezTo>
                      <a:pt x="9854" y="2159"/>
                      <a:pt x="9363" y="1674"/>
                      <a:pt x="9363" y="1079"/>
                    </a:cubicBezTo>
                    <a:cubicBezTo>
                      <a:pt x="9363" y="486"/>
                      <a:pt x="8874" y="0"/>
                      <a:pt x="82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7"/>
              <p:cNvSpPr/>
              <p:nvPr/>
            </p:nvSpPr>
            <p:spPr>
              <a:xfrm>
                <a:off x="1163900" y="2632725"/>
                <a:ext cx="361075" cy="343375"/>
              </a:xfrm>
              <a:custGeom>
                <a:avLst/>
                <a:gdLst/>
                <a:ahLst/>
                <a:cxnLst/>
                <a:rect l="l" t="t" r="r" b="b"/>
                <a:pathLst>
                  <a:path w="14443" h="13735" extrusionOk="0">
                    <a:moveTo>
                      <a:pt x="1" y="0"/>
                    </a:moveTo>
                    <a:lnTo>
                      <a:pt x="1" y="13735"/>
                    </a:lnTo>
                    <a:lnTo>
                      <a:pt x="14443" y="13735"/>
                    </a:lnTo>
                    <a:lnTo>
                      <a:pt x="144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7"/>
              <p:cNvSpPr/>
              <p:nvPr/>
            </p:nvSpPr>
            <p:spPr>
              <a:xfrm>
                <a:off x="1119525" y="265010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1"/>
                    </a:moveTo>
                    <a:cubicBezTo>
                      <a:pt x="436" y="1"/>
                      <a:pt x="0" y="488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3"/>
                      <a:pt x="2586" y="13723"/>
                    </a:cubicBezTo>
                    <a:lnTo>
                      <a:pt x="15427" y="13723"/>
                    </a:lnTo>
                    <a:cubicBezTo>
                      <a:pt x="16024" y="13723"/>
                      <a:pt x="16580" y="13237"/>
                      <a:pt x="16660" y="12645"/>
                    </a:cubicBezTo>
                    <a:lnTo>
                      <a:pt x="17924" y="3236"/>
                    </a:lnTo>
                    <a:cubicBezTo>
                      <a:pt x="18004" y="2643"/>
                      <a:pt x="17578" y="2158"/>
                      <a:pt x="16979" y="2158"/>
                    </a:cubicBezTo>
                    <a:lnTo>
                      <a:pt x="10452" y="2158"/>
                    </a:lnTo>
                    <a:cubicBezTo>
                      <a:pt x="9854" y="2158"/>
                      <a:pt x="9363" y="1673"/>
                      <a:pt x="9363" y="1080"/>
                    </a:cubicBezTo>
                    <a:cubicBezTo>
                      <a:pt x="9363" y="486"/>
                      <a:pt x="8874" y="1"/>
                      <a:pt x="8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7"/>
              <p:cNvSpPr/>
              <p:nvPr/>
            </p:nvSpPr>
            <p:spPr>
              <a:xfrm>
                <a:off x="1490925" y="2704050"/>
                <a:ext cx="78700" cy="28912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11565" extrusionOk="0">
                    <a:moveTo>
                      <a:pt x="1554" y="0"/>
                    </a:moveTo>
                    <a:cubicBezTo>
                      <a:pt x="2153" y="0"/>
                      <a:pt x="2577" y="485"/>
                      <a:pt x="2498" y="1078"/>
                    </a:cubicBezTo>
                    <a:lnTo>
                      <a:pt x="1233" y="10487"/>
                    </a:lnTo>
                    <a:cubicBezTo>
                      <a:pt x="1154" y="11079"/>
                      <a:pt x="599" y="11565"/>
                      <a:pt x="1" y="11565"/>
                    </a:cubicBezTo>
                    <a:lnTo>
                      <a:pt x="571" y="11565"/>
                    </a:lnTo>
                    <a:cubicBezTo>
                      <a:pt x="1168" y="11565"/>
                      <a:pt x="1724" y="11079"/>
                      <a:pt x="1804" y="10487"/>
                    </a:cubicBezTo>
                    <a:lnTo>
                      <a:pt x="3068" y="1078"/>
                    </a:lnTo>
                    <a:cubicBezTo>
                      <a:pt x="3148" y="485"/>
                      <a:pt x="2723" y="0"/>
                      <a:pt x="2124" y="0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7"/>
              <p:cNvSpPr/>
              <p:nvPr/>
            </p:nvSpPr>
            <p:spPr>
              <a:xfrm>
                <a:off x="1312100" y="2650100"/>
                <a:ext cx="687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159" extrusionOk="0">
                    <a:moveTo>
                      <a:pt x="1" y="1"/>
                    </a:moveTo>
                    <a:cubicBezTo>
                      <a:pt x="601" y="1"/>
                      <a:pt x="1090" y="486"/>
                      <a:pt x="1090" y="1080"/>
                    </a:cubicBezTo>
                    <a:cubicBezTo>
                      <a:pt x="1090" y="1673"/>
                      <a:pt x="1579" y="2158"/>
                      <a:pt x="2179" y="2158"/>
                    </a:cubicBezTo>
                    <a:lnTo>
                      <a:pt x="2749" y="2158"/>
                    </a:lnTo>
                    <a:cubicBezTo>
                      <a:pt x="2151" y="2158"/>
                      <a:pt x="1660" y="1673"/>
                      <a:pt x="1660" y="1080"/>
                    </a:cubicBezTo>
                    <a:cubicBezTo>
                      <a:pt x="1660" y="486"/>
                      <a:pt x="1171" y="1"/>
                      <a:pt x="571" y="1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7"/>
              <p:cNvSpPr/>
              <p:nvPr/>
            </p:nvSpPr>
            <p:spPr>
              <a:xfrm>
                <a:off x="1843075" y="3686325"/>
                <a:ext cx="377925" cy="205925"/>
              </a:xfrm>
              <a:custGeom>
                <a:avLst/>
                <a:gdLst/>
                <a:ahLst/>
                <a:cxnLst/>
                <a:rect l="l" t="t" r="r" b="b"/>
                <a:pathLst>
                  <a:path w="15117" h="8237" extrusionOk="0">
                    <a:moveTo>
                      <a:pt x="1738" y="0"/>
                    </a:moveTo>
                    <a:cubicBezTo>
                      <a:pt x="782" y="0"/>
                      <a:pt x="0" y="782"/>
                      <a:pt x="0" y="1737"/>
                    </a:cubicBezTo>
                    <a:lnTo>
                      <a:pt x="0" y="6500"/>
                    </a:lnTo>
                    <a:cubicBezTo>
                      <a:pt x="0" y="7455"/>
                      <a:pt x="782" y="8237"/>
                      <a:pt x="1738" y="8237"/>
                    </a:cubicBezTo>
                    <a:lnTo>
                      <a:pt x="13379" y="8237"/>
                    </a:lnTo>
                    <a:cubicBezTo>
                      <a:pt x="14333" y="8237"/>
                      <a:pt x="15116" y="7455"/>
                      <a:pt x="15116" y="6500"/>
                    </a:cubicBezTo>
                    <a:lnTo>
                      <a:pt x="15116" y="1737"/>
                    </a:lnTo>
                    <a:cubicBezTo>
                      <a:pt x="15116" y="782"/>
                      <a:pt x="14335" y="0"/>
                      <a:pt x="133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7"/>
              <p:cNvSpPr/>
              <p:nvPr/>
            </p:nvSpPr>
            <p:spPr>
              <a:xfrm>
                <a:off x="1843000" y="3797900"/>
                <a:ext cx="37800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15120" h="1812" extrusionOk="0">
                    <a:moveTo>
                      <a:pt x="1" y="1"/>
                    </a:moveTo>
                    <a:lnTo>
                      <a:pt x="1" y="1811"/>
                    </a:lnTo>
                    <a:lnTo>
                      <a:pt x="15119" y="1811"/>
                    </a:lnTo>
                    <a:lnTo>
                      <a:pt x="151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7"/>
              <p:cNvSpPr/>
              <p:nvPr/>
            </p:nvSpPr>
            <p:spPr>
              <a:xfrm>
                <a:off x="2088100" y="3720550"/>
                <a:ext cx="94425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1674" extrusionOk="0">
                    <a:moveTo>
                      <a:pt x="836" y="1"/>
                    </a:moveTo>
                    <a:cubicBezTo>
                      <a:pt x="375" y="1"/>
                      <a:pt x="1" y="375"/>
                      <a:pt x="1" y="836"/>
                    </a:cubicBezTo>
                    <a:cubicBezTo>
                      <a:pt x="1" y="1300"/>
                      <a:pt x="373" y="1674"/>
                      <a:pt x="836" y="1674"/>
                    </a:cubicBezTo>
                    <a:lnTo>
                      <a:pt x="2938" y="1674"/>
                    </a:lnTo>
                    <a:cubicBezTo>
                      <a:pt x="3402" y="1674"/>
                      <a:pt x="3776" y="1300"/>
                      <a:pt x="3776" y="836"/>
                    </a:cubicBezTo>
                    <a:cubicBezTo>
                      <a:pt x="3776" y="375"/>
                      <a:pt x="3402" y="1"/>
                      <a:pt x="29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7"/>
              <p:cNvSpPr/>
              <p:nvPr/>
            </p:nvSpPr>
            <p:spPr>
              <a:xfrm>
                <a:off x="2123850" y="3720550"/>
                <a:ext cx="5870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674" extrusionOk="0">
                    <a:moveTo>
                      <a:pt x="800" y="1"/>
                    </a:moveTo>
                    <a:lnTo>
                      <a:pt x="0" y="1674"/>
                    </a:lnTo>
                    <a:lnTo>
                      <a:pt x="1511" y="1674"/>
                    </a:lnTo>
                    <a:cubicBezTo>
                      <a:pt x="1973" y="1674"/>
                      <a:pt x="2348" y="1300"/>
                      <a:pt x="2348" y="836"/>
                    </a:cubicBezTo>
                    <a:cubicBezTo>
                      <a:pt x="2346" y="375"/>
                      <a:pt x="1972" y="1"/>
                      <a:pt x="15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7"/>
              <p:cNvSpPr/>
              <p:nvPr/>
            </p:nvSpPr>
            <p:spPr>
              <a:xfrm>
                <a:off x="1889925" y="3733300"/>
                <a:ext cx="120125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4805" h="327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4804" y="326"/>
                    </a:lnTo>
                    <a:lnTo>
                      <a:pt x="480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7"/>
              <p:cNvSpPr/>
              <p:nvPr/>
            </p:nvSpPr>
            <p:spPr>
              <a:xfrm>
                <a:off x="1889925" y="3756300"/>
                <a:ext cx="1657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629" h="326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6628" y="326"/>
                    </a:lnTo>
                    <a:lnTo>
                      <a:pt x="662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6" name="Google Shape;436;p37"/>
            <p:cNvSpPr/>
            <p:nvPr/>
          </p:nvSpPr>
          <p:spPr>
            <a:xfrm>
              <a:off x="719988" y="4453731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1101817" y="415722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816779" y="3969852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2720802" y="310002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2499363" y="765978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2817612" y="986278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92751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9"/>
          <p:cNvSpPr txBox="1">
            <a:spLocks noGrp="1"/>
          </p:cNvSpPr>
          <p:nvPr>
            <p:ph type="title"/>
          </p:nvPr>
        </p:nvSpPr>
        <p:spPr>
          <a:xfrm>
            <a:off x="-580329" y="440012"/>
            <a:ext cx="55260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THỰC HÀNH</a:t>
            </a:r>
            <a:endParaRPr dirty="0"/>
          </a:p>
        </p:txBody>
      </p:sp>
      <p:sp>
        <p:nvSpPr>
          <p:cNvPr id="515" name="Google Shape;515;p39"/>
          <p:cNvSpPr txBox="1">
            <a:spLocks noGrp="1"/>
          </p:cNvSpPr>
          <p:nvPr>
            <p:ph type="subTitle" idx="1"/>
          </p:nvPr>
        </p:nvSpPr>
        <p:spPr>
          <a:xfrm>
            <a:off x="2993189" y="1208508"/>
            <a:ext cx="5852003" cy="2813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1: </a:t>
            </a:r>
            <a:r>
              <a:rPr lang="vi-VN" sz="1800" dirty="0" err="1"/>
              <a:t>Chuẩn</a:t>
            </a:r>
            <a:r>
              <a:rPr lang="vi-VN" sz="1800" dirty="0"/>
              <a:t> </a:t>
            </a:r>
            <a:r>
              <a:rPr lang="vi-VN" sz="1800" dirty="0" err="1"/>
              <a:t>bị</a:t>
            </a:r>
            <a:r>
              <a:rPr lang="vi-VN" sz="1800" dirty="0"/>
              <a:t> môi </a:t>
            </a:r>
            <a:r>
              <a:rPr lang="vi-VN" sz="1800" dirty="0" err="1"/>
              <a:t>trường</a:t>
            </a:r>
            <a:r>
              <a:rPr lang="vi-VN" sz="1800" dirty="0"/>
              <a:t>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2: </a:t>
            </a:r>
            <a:r>
              <a:rPr lang="vi-VN" sz="1800" dirty="0" err="1"/>
              <a:t>Cài</a:t>
            </a:r>
            <a:r>
              <a:rPr lang="vi-VN" sz="1800" dirty="0"/>
              <a:t> </a:t>
            </a:r>
            <a:r>
              <a:rPr lang="vi-VN" sz="1800" dirty="0" err="1"/>
              <a:t>đặt</a:t>
            </a:r>
            <a:r>
              <a:rPr lang="vi-VN" sz="1800" dirty="0"/>
              <a:t> </a:t>
            </a:r>
            <a:r>
              <a:rPr lang="vi-VN" sz="1800" dirty="0" err="1"/>
              <a:t>Ubuntu</a:t>
            </a:r>
            <a:r>
              <a:rPr lang="vi-VN" sz="1800" dirty="0"/>
              <a:t> </a:t>
            </a:r>
            <a:r>
              <a:rPr lang="vi-VN" sz="1800" dirty="0" err="1"/>
              <a:t>và</a:t>
            </a:r>
            <a:r>
              <a:rPr lang="vi-VN" sz="1800" dirty="0"/>
              <a:t> </a:t>
            </a:r>
            <a:r>
              <a:rPr lang="vi-VN" sz="1800" dirty="0" err="1"/>
              <a:t>cập</a:t>
            </a:r>
            <a:r>
              <a:rPr lang="vi-VN" sz="1800" dirty="0"/>
              <a:t> </a:t>
            </a:r>
            <a:r>
              <a:rPr lang="vi-VN" sz="1800" dirty="0" err="1"/>
              <a:t>nhật</a:t>
            </a:r>
            <a:r>
              <a:rPr lang="vi-VN" sz="1800" dirty="0"/>
              <a:t> </a:t>
            </a:r>
            <a:r>
              <a:rPr lang="vi-VN" sz="1800" dirty="0" err="1"/>
              <a:t>hệ</a:t>
            </a:r>
            <a:r>
              <a:rPr lang="vi-VN" sz="1800" dirty="0"/>
              <a:t> </a:t>
            </a:r>
            <a:r>
              <a:rPr lang="vi-VN" sz="1800" dirty="0" err="1"/>
              <a:t>thống</a:t>
            </a:r>
            <a:r>
              <a:rPr lang="vi-VN" sz="1800" dirty="0"/>
              <a:t>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3: </a:t>
            </a:r>
            <a:r>
              <a:rPr lang="vi-VN" sz="1800" dirty="0" err="1"/>
              <a:t>Cài</a:t>
            </a:r>
            <a:r>
              <a:rPr lang="vi-VN" sz="1800" dirty="0"/>
              <a:t> </a:t>
            </a:r>
            <a:r>
              <a:rPr lang="vi-VN" sz="1800" dirty="0" err="1"/>
              <a:t>đặt</a:t>
            </a:r>
            <a:r>
              <a:rPr lang="vi-VN" sz="1800" dirty="0"/>
              <a:t> DHCP Server (</a:t>
            </a:r>
            <a:r>
              <a:rPr lang="vi-VN" sz="1800" dirty="0" err="1"/>
              <a:t>isc-dhcp-server</a:t>
            </a:r>
            <a:r>
              <a:rPr lang="vi-VN" sz="1800" dirty="0"/>
              <a:t>)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4: </a:t>
            </a:r>
            <a:r>
              <a:rPr lang="vi-VN" sz="1800" dirty="0" err="1"/>
              <a:t>Cấu</a:t>
            </a:r>
            <a:r>
              <a:rPr lang="vi-VN" sz="1800" dirty="0"/>
              <a:t> </a:t>
            </a:r>
            <a:r>
              <a:rPr lang="vi-VN" sz="1800" dirty="0" err="1"/>
              <a:t>hình</a:t>
            </a:r>
            <a:r>
              <a:rPr lang="vi-VN" sz="1800" dirty="0"/>
              <a:t> DHCP Server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5: </a:t>
            </a:r>
            <a:r>
              <a:rPr lang="vi-VN" sz="1800" dirty="0" err="1"/>
              <a:t>Kiểm</a:t>
            </a:r>
            <a:r>
              <a:rPr lang="vi-VN" sz="1800" dirty="0"/>
              <a:t> tra DHCP trên </a:t>
            </a:r>
            <a:r>
              <a:rPr lang="vi-VN" sz="1800" dirty="0" err="1"/>
              <a:t>máy</a:t>
            </a:r>
            <a:r>
              <a:rPr lang="vi-VN" sz="1800" dirty="0"/>
              <a:t> </a:t>
            </a:r>
            <a:r>
              <a:rPr lang="vi-VN" sz="1800" dirty="0" err="1"/>
              <a:t>Client</a:t>
            </a:r>
            <a:r>
              <a:rPr lang="vi-VN" sz="1800" dirty="0"/>
              <a:t>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6: </a:t>
            </a:r>
            <a:r>
              <a:rPr lang="vi-VN" sz="1800" dirty="0" err="1"/>
              <a:t>Cài</a:t>
            </a:r>
            <a:r>
              <a:rPr lang="vi-VN" sz="1800" dirty="0"/>
              <a:t> </a:t>
            </a:r>
            <a:r>
              <a:rPr lang="vi-VN" sz="1800" dirty="0" err="1"/>
              <a:t>đặt</a:t>
            </a:r>
            <a:r>
              <a:rPr lang="vi-VN" sz="1800" dirty="0"/>
              <a:t> DNS Server (BIND9)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7: </a:t>
            </a:r>
            <a:r>
              <a:rPr lang="vi-VN" sz="1800" dirty="0" err="1"/>
              <a:t>Cấu</a:t>
            </a:r>
            <a:r>
              <a:rPr lang="vi-VN" sz="1800" dirty="0"/>
              <a:t> </a:t>
            </a:r>
            <a:r>
              <a:rPr lang="vi-VN" sz="1800" dirty="0" err="1"/>
              <a:t>hình</a:t>
            </a:r>
            <a:r>
              <a:rPr lang="vi-VN" sz="1800" dirty="0"/>
              <a:t> DNS (</a:t>
            </a:r>
            <a:r>
              <a:rPr lang="vi-VN" sz="1800" dirty="0" err="1"/>
              <a:t>Forward</a:t>
            </a:r>
            <a:r>
              <a:rPr lang="vi-VN" sz="1800" dirty="0"/>
              <a:t> &amp; </a:t>
            </a:r>
            <a:r>
              <a:rPr lang="vi-VN" sz="1800" dirty="0" err="1"/>
              <a:t>Reverse</a:t>
            </a:r>
            <a:r>
              <a:rPr lang="vi-VN" sz="1800" dirty="0"/>
              <a:t> </a:t>
            </a:r>
            <a:r>
              <a:rPr lang="vi-VN" sz="1800" dirty="0" err="1"/>
              <a:t>Zone</a:t>
            </a:r>
            <a:r>
              <a:rPr lang="vi-VN" sz="1800" dirty="0"/>
              <a:t>)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8: </a:t>
            </a:r>
            <a:r>
              <a:rPr lang="vi-VN" sz="1800" dirty="0" err="1"/>
              <a:t>Kiểm</a:t>
            </a:r>
            <a:r>
              <a:rPr lang="vi-VN" sz="1800" dirty="0"/>
              <a:t> tra phân </a:t>
            </a:r>
            <a:r>
              <a:rPr lang="vi-VN" sz="1800" dirty="0" err="1"/>
              <a:t>giải</a:t>
            </a:r>
            <a:r>
              <a:rPr lang="vi-VN" sz="1800" dirty="0"/>
              <a:t> DNS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dirty="0" err="1"/>
              <a:t>Bước</a:t>
            </a:r>
            <a:r>
              <a:rPr lang="vi-VN" sz="1800" dirty="0"/>
              <a:t> 9: </a:t>
            </a:r>
            <a:r>
              <a:rPr lang="vi-VN" sz="1800" dirty="0" err="1"/>
              <a:t>Triển</a:t>
            </a:r>
            <a:r>
              <a:rPr lang="vi-VN" sz="1800" dirty="0"/>
              <a:t> khai </a:t>
            </a:r>
            <a:r>
              <a:rPr lang="vi-VN" sz="1800" dirty="0" err="1"/>
              <a:t>Bash</a:t>
            </a:r>
            <a:r>
              <a:rPr lang="vi-VN" sz="1800" dirty="0"/>
              <a:t> </a:t>
            </a:r>
            <a:r>
              <a:rPr lang="vi-VN" sz="1800" dirty="0" err="1"/>
              <a:t>Script</a:t>
            </a:r>
            <a:r>
              <a:rPr lang="vi-VN" sz="1800" dirty="0"/>
              <a:t> </a:t>
            </a:r>
            <a:r>
              <a:rPr lang="vi-VN" sz="1800" dirty="0" err="1"/>
              <a:t>tự</a:t>
            </a:r>
            <a:r>
              <a:rPr lang="vi-VN" sz="1800" dirty="0"/>
              <a:t> </a:t>
            </a:r>
            <a:r>
              <a:rPr lang="vi-VN" sz="1800" dirty="0" err="1"/>
              <a:t>động</a:t>
            </a:r>
            <a:r>
              <a:rPr lang="vi-VN" sz="1800" dirty="0"/>
              <a:t> </a:t>
            </a:r>
            <a:r>
              <a:rPr lang="vi-VN" sz="1800" dirty="0" err="1"/>
              <a:t>hóa</a:t>
            </a:r>
            <a:r>
              <a:rPr lang="vi-VN" sz="1800" dirty="0"/>
              <a:t>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vi-VN" sz="1800" dirty="0"/>
          </a:p>
        </p:txBody>
      </p:sp>
      <p:grpSp>
        <p:nvGrpSpPr>
          <p:cNvPr id="516" name="Google Shape;516;p39"/>
          <p:cNvGrpSpPr/>
          <p:nvPr/>
        </p:nvGrpSpPr>
        <p:grpSpPr>
          <a:xfrm>
            <a:off x="-1527048" y="1579815"/>
            <a:ext cx="4620746" cy="3556754"/>
            <a:chOff x="5527089" y="1579815"/>
            <a:chExt cx="4620746" cy="3556754"/>
          </a:xfrm>
        </p:grpSpPr>
        <p:sp>
          <p:nvSpPr>
            <p:cNvPr id="517" name="Google Shape;517;p39"/>
            <p:cNvSpPr/>
            <p:nvPr/>
          </p:nvSpPr>
          <p:spPr>
            <a:xfrm>
              <a:off x="6239778" y="2099076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9124311" y="4112833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 flipH="1">
              <a:off x="9407991" y="1801714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 flipH="1">
              <a:off x="9111945" y="157981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9"/>
            <p:cNvSpPr/>
            <p:nvPr/>
          </p:nvSpPr>
          <p:spPr>
            <a:xfrm flipH="1">
              <a:off x="8924714" y="1897923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5527089" y="3925265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5983525" y="4306634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6203967" y="4021455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5" name="Google Shape;525;p39"/>
            <p:cNvGrpSpPr/>
            <p:nvPr/>
          </p:nvGrpSpPr>
          <p:grpSpPr>
            <a:xfrm>
              <a:off x="6419268" y="2175276"/>
              <a:ext cx="3428123" cy="2427848"/>
              <a:chOff x="6419268" y="2175276"/>
              <a:chExt cx="3428123" cy="2427848"/>
            </a:xfrm>
          </p:grpSpPr>
          <p:sp>
            <p:nvSpPr>
              <p:cNvPr id="526" name="Google Shape;526;p39"/>
              <p:cNvSpPr/>
              <p:nvPr/>
            </p:nvSpPr>
            <p:spPr>
              <a:xfrm>
                <a:off x="6825596" y="2683536"/>
                <a:ext cx="2463278" cy="1555605"/>
              </a:xfrm>
              <a:custGeom>
                <a:avLst/>
                <a:gdLst/>
                <a:ahLst/>
                <a:cxnLst/>
                <a:rect l="l" t="t" r="r" b="b"/>
                <a:pathLst>
                  <a:path w="109479" h="69138" extrusionOk="0">
                    <a:moveTo>
                      <a:pt x="4971" y="1"/>
                    </a:moveTo>
                    <a:cubicBezTo>
                      <a:pt x="2238" y="1"/>
                      <a:pt x="0" y="2237"/>
                      <a:pt x="0" y="4972"/>
                    </a:cubicBezTo>
                    <a:lnTo>
                      <a:pt x="0" y="64165"/>
                    </a:lnTo>
                    <a:cubicBezTo>
                      <a:pt x="0" y="66900"/>
                      <a:pt x="2237" y="69137"/>
                      <a:pt x="4971" y="69137"/>
                    </a:cubicBezTo>
                    <a:lnTo>
                      <a:pt x="104507" y="69137"/>
                    </a:lnTo>
                    <a:cubicBezTo>
                      <a:pt x="107241" y="69137"/>
                      <a:pt x="109479" y="66900"/>
                      <a:pt x="109479" y="64165"/>
                    </a:cubicBezTo>
                    <a:lnTo>
                      <a:pt x="109479" y="4972"/>
                    </a:lnTo>
                    <a:cubicBezTo>
                      <a:pt x="109479" y="2238"/>
                      <a:pt x="107243" y="1"/>
                      <a:pt x="1045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9"/>
              <p:cNvSpPr/>
              <p:nvPr/>
            </p:nvSpPr>
            <p:spPr>
              <a:xfrm>
                <a:off x="6825528" y="3851398"/>
                <a:ext cx="2463323" cy="387765"/>
              </a:xfrm>
              <a:custGeom>
                <a:avLst/>
                <a:gdLst/>
                <a:ahLst/>
                <a:cxnLst/>
                <a:rect l="l" t="t" r="r" b="b"/>
                <a:pathLst>
                  <a:path w="109481" h="17234" extrusionOk="0">
                    <a:moveTo>
                      <a:pt x="1" y="1"/>
                    </a:moveTo>
                    <a:lnTo>
                      <a:pt x="1" y="12261"/>
                    </a:lnTo>
                    <a:cubicBezTo>
                      <a:pt x="1" y="14996"/>
                      <a:pt x="2240" y="17234"/>
                      <a:pt x="4972" y="17234"/>
                    </a:cubicBezTo>
                    <a:lnTo>
                      <a:pt x="104509" y="17234"/>
                    </a:lnTo>
                    <a:cubicBezTo>
                      <a:pt x="107244" y="17234"/>
                      <a:pt x="109481" y="14996"/>
                      <a:pt x="109481" y="12261"/>
                    </a:cubicBezTo>
                    <a:lnTo>
                      <a:pt x="10948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9"/>
              <p:cNvSpPr/>
              <p:nvPr/>
            </p:nvSpPr>
            <p:spPr>
              <a:xfrm>
                <a:off x="6889901" y="2748696"/>
                <a:ext cx="2334645" cy="1046768"/>
              </a:xfrm>
              <a:custGeom>
                <a:avLst/>
                <a:gdLst/>
                <a:ahLst/>
                <a:cxnLst/>
                <a:rect l="l" t="t" r="r" b="b"/>
                <a:pathLst>
                  <a:path w="103762" h="46523" extrusionOk="0">
                    <a:moveTo>
                      <a:pt x="1598" y="1"/>
                    </a:moveTo>
                    <a:cubicBezTo>
                      <a:pt x="719" y="1"/>
                      <a:pt x="1" y="720"/>
                      <a:pt x="1" y="1600"/>
                    </a:cubicBezTo>
                    <a:lnTo>
                      <a:pt x="1" y="44925"/>
                    </a:lnTo>
                    <a:cubicBezTo>
                      <a:pt x="1" y="45804"/>
                      <a:pt x="719" y="46523"/>
                      <a:pt x="1598" y="46523"/>
                    </a:cubicBezTo>
                    <a:lnTo>
                      <a:pt x="102162" y="46523"/>
                    </a:lnTo>
                    <a:cubicBezTo>
                      <a:pt x="103042" y="46523"/>
                      <a:pt x="103761" y="45804"/>
                      <a:pt x="103761" y="44925"/>
                    </a:cubicBezTo>
                    <a:lnTo>
                      <a:pt x="103761" y="1600"/>
                    </a:lnTo>
                    <a:cubicBezTo>
                      <a:pt x="103761" y="720"/>
                      <a:pt x="103042" y="1"/>
                      <a:pt x="1021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9"/>
              <p:cNvSpPr/>
              <p:nvPr/>
            </p:nvSpPr>
            <p:spPr>
              <a:xfrm>
                <a:off x="7451928" y="4474648"/>
                <a:ext cx="1210613" cy="63945"/>
              </a:xfrm>
              <a:custGeom>
                <a:avLst/>
                <a:gdLst/>
                <a:ahLst/>
                <a:cxnLst/>
                <a:rect l="l" t="t" r="r" b="b"/>
                <a:pathLst>
                  <a:path w="53805" h="2842" extrusionOk="0">
                    <a:moveTo>
                      <a:pt x="1" y="1"/>
                    </a:moveTo>
                    <a:lnTo>
                      <a:pt x="1" y="2841"/>
                    </a:lnTo>
                    <a:lnTo>
                      <a:pt x="53805" y="2841"/>
                    </a:lnTo>
                    <a:lnTo>
                      <a:pt x="538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9"/>
              <p:cNvSpPr/>
              <p:nvPr/>
            </p:nvSpPr>
            <p:spPr>
              <a:xfrm>
                <a:off x="7609743" y="4239118"/>
                <a:ext cx="894960" cy="235553"/>
              </a:xfrm>
              <a:custGeom>
                <a:avLst/>
                <a:gdLst/>
                <a:ahLst/>
                <a:cxnLst/>
                <a:rect l="l" t="t" r="r" b="b"/>
                <a:pathLst>
                  <a:path w="39776" h="10469" extrusionOk="0">
                    <a:moveTo>
                      <a:pt x="0" y="0"/>
                    </a:moveTo>
                    <a:lnTo>
                      <a:pt x="0" y="10469"/>
                    </a:lnTo>
                    <a:lnTo>
                      <a:pt x="39776" y="10469"/>
                    </a:lnTo>
                    <a:lnTo>
                      <a:pt x="3977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9"/>
              <p:cNvSpPr/>
              <p:nvPr/>
            </p:nvSpPr>
            <p:spPr>
              <a:xfrm>
                <a:off x="7609743" y="4239118"/>
                <a:ext cx="894960" cy="135675"/>
              </a:xfrm>
              <a:custGeom>
                <a:avLst/>
                <a:gdLst/>
                <a:ahLst/>
                <a:cxnLst/>
                <a:rect l="l" t="t" r="r" b="b"/>
                <a:pathLst>
                  <a:path w="39776" h="6030" extrusionOk="0">
                    <a:moveTo>
                      <a:pt x="0" y="0"/>
                    </a:moveTo>
                    <a:lnTo>
                      <a:pt x="0" y="1945"/>
                    </a:lnTo>
                    <a:lnTo>
                      <a:pt x="39776" y="6030"/>
                    </a:lnTo>
                    <a:lnTo>
                      <a:pt x="397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9"/>
              <p:cNvSpPr/>
              <p:nvPr/>
            </p:nvSpPr>
            <p:spPr>
              <a:xfrm>
                <a:off x="8869338" y="3487056"/>
                <a:ext cx="978052" cy="558180"/>
              </a:xfrm>
              <a:custGeom>
                <a:avLst/>
                <a:gdLst/>
                <a:ahLst/>
                <a:cxnLst/>
                <a:rect l="l" t="t" r="r" b="b"/>
                <a:pathLst>
                  <a:path w="43469" h="24808" extrusionOk="0">
                    <a:moveTo>
                      <a:pt x="0" y="1"/>
                    </a:moveTo>
                    <a:lnTo>
                      <a:pt x="0" y="24808"/>
                    </a:lnTo>
                    <a:lnTo>
                      <a:pt x="43469" y="24808"/>
                    </a:lnTo>
                    <a:lnTo>
                      <a:pt x="4346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9"/>
              <p:cNvSpPr/>
              <p:nvPr/>
            </p:nvSpPr>
            <p:spPr>
              <a:xfrm>
                <a:off x="8869338" y="3487056"/>
                <a:ext cx="978052" cy="81225"/>
              </a:xfrm>
              <a:custGeom>
                <a:avLst/>
                <a:gdLst/>
                <a:ahLst/>
                <a:cxnLst/>
                <a:rect l="l" t="t" r="r" b="b"/>
                <a:pathLst>
                  <a:path w="43469" h="3610" extrusionOk="0">
                    <a:moveTo>
                      <a:pt x="0" y="1"/>
                    </a:moveTo>
                    <a:lnTo>
                      <a:pt x="0" y="3609"/>
                    </a:lnTo>
                    <a:lnTo>
                      <a:pt x="43469" y="3609"/>
                    </a:lnTo>
                    <a:lnTo>
                      <a:pt x="434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9"/>
              <p:cNvSpPr/>
              <p:nvPr/>
            </p:nvSpPr>
            <p:spPr>
              <a:xfrm>
                <a:off x="8898588" y="3514956"/>
                <a:ext cx="23445" cy="23468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3" extrusionOk="0">
                    <a:moveTo>
                      <a:pt x="521" y="0"/>
                    </a:moveTo>
                    <a:cubicBezTo>
                      <a:pt x="233" y="0"/>
                      <a:pt x="0" y="234"/>
                      <a:pt x="0" y="522"/>
                    </a:cubicBezTo>
                    <a:cubicBezTo>
                      <a:pt x="0" y="808"/>
                      <a:pt x="235" y="1043"/>
                      <a:pt x="521" y="1043"/>
                    </a:cubicBezTo>
                    <a:cubicBezTo>
                      <a:pt x="807" y="1043"/>
                      <a:pt x="1042" y="808"/>
                      <a:pt x="1042" y="522"/>
                    </a:cubicBezTo>
                    <a:cubicBezTo>
                      <a:pt x="1042" y="234"/>
                      <a:pt x="807" y="0"/>
                      <a:pt x="5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9"/>
              <p:cNvSpPr/>
              <p:nvPr/>
            </p:nvSpPr>
            <p:spPr>
              <a:xfrm>
                <a:off x="8942643" y="3514956"/>
                <a:ext cx="23490" cy="23468"/>
              </a:xfrm>
              <a:custGeom>
                <a:avLst/>
                <a:gdLst/>
                <a:ahLst/>
                <a:cxnLst/>
                <a:rect l="l" t="t" r="r" b="b"/>
                <a:pathLst>
                  <a:path w="1044" h="1043" extrusionOk="0">
                    <a:moveTo>
                      <a:pt x="522" y="0"/>
                    </a:moveTo>
                    <a:cubicBezTo>
                      <a:pt x="234" y="0"/>
                      <a:pt x="1" y="234"/>
                      <a:pt x="1" y="522"/>
                    </a:cubicBezTo>
                    <a:cubicBezTo>
                      <a:pt x="1" y="808"/>
                      <a:pt x="235" y="1043"/>
                      <a:pt x="522" y="1043"/>
                    </a:cubicBezTo>
                    <a:cubicBezTo>
                      <a:pt x="810" y="1043"/>
                      <a:pt x="1044" y="808"/>
                      <a:pt x="1044" y="522"/>
                    </a:cubicBezTo>
                    <a:cubicBezTo>
                      <a:pt x="1044" y="234"/>
                      <a:pt x="810" y="0"/>
                      <a:pt x="52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9"/>
              <p:cNvSpPr/>
              <p:nvPr/>
            </p:nvSpPr>
            <p:spPr>
              <a:xfrm>
                <a:off x="8986788" y="3514956"/>
                <a:ext cx="23445" cy="23468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1043" extrusionOk="0">
                    <a:moveTo>
                      <a:pt x="521" y="0"/>
                    </a:moveTo>
                    <a:cubicBezTo>
                      <a:pt x="232" y="0"/>
                      <a:pt x="0" y="234"/>
                      <a:pt x="0" y="522"/>
                    </a:cubicBezTo>
                    <a:cubicBezTo>
                      <a:pt x="0" y="808"/>
                      <a:pt x="232" y="1043"/>
                      <a:pt x="521" y="1043"/>
                    </a:cubicBezTo>
                    <a:cubicBezTo>
                      <a:pt x="808" y="1043"/>
                      <a:pt x="1042" y="808"/>
                      <a:pt x="1042" y="522"/>
                    </a:cubicBezTo>
                    <a:cubicBezTo>
                      <a:pt x="1042" y="234"/>
                      <a:pt x="808" y="0"/>
                      <a:pt x="5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9"/>
              <p:cNvSpPr/>
              <p:nvPr/>
            </p:nvSpPr>
            <p:spPr>
              <a:xfrm>
                <a:off x="8967528" y="3662691"/>
                <a:ext cx="269280" cy="269257"/>
              </a:xfrm>
              <a:custGeom>
                <a:avLst/>
                <a:gdLst/>
                <a:ahLst/>
                <a:cxnLst/>
                <a:rect l="l" t="t" r="r" b="b"/>
                <a:pathLst>
                  <a:path w="11968" h="11967" extrusionOk="0">
                    <a:moveTo>
                      <a:pt x="5983" y="1"/>
                    </a:moveTo>
                    <a:cubicBezTo>
                      <a:pt x="2678" y="1"/>
                      <a:pt x="1" y="2678"/>
                      <a:pt x="1" y="5983"/>
                    </a:cubicBezTo>
                    <a:cubicBezTo>
                      <a:pt x="1" y="9288"/>
                      <a:pt x="2678" y="11967"/>
                      <a:pt x="5983" y="11967"/>
                    </a:cubicBezTo>
                    <a:cubicBezTo>
                      <a:pt x="9289" y="11967"/>
                      <a:pt x="11967" y="9287"/>
                      <a:pt x="11967" y="5983"/>
                    </a:cubicBezTo>
                    <a:cubicBezTo>
                      <a:pt x="11967" y="2679"/>
                      <a:pt x="9289" y="1"/>
                      <a:pt x="59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9"/>
              <p:cNvSpPr/>
              <p:nvPr/>
            </p:nvSpPr>
            <p:spPr>
              <a:xfrm>
                <a:off x="9068868" y="3731698"/>
                <a:ext cx="66600" cy="131175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5830" extrusionOk="0">
                    <a:moveTo>
                      <a:pt x="1479" y="1"/>
                    </a:moveTo>
                    <a:cubicBezTo>
                      <a:pt x="661" y="1"/>
                      <a:pt x="1" y="663"/>
                      <a:pt x="1" y="1481"/>
                    </a:cubicBezTo>
                    <a:cubicBezTo>
                      <a:pt x="1" y="2066"/>
                      <a:pt x="343" y="2570"/>
                      <a:pt x="838" y="2807"/>
                    </a:cubicBezTo>
                    <a:lnTo>
                      <a:pt x="100" y="5579"/>
                    </a:lnTo>
                    <a:cubicBezTo>
                      <a:pt x="73" y="5716"/>
                      <a:pt x="167" y="5830"/>
                      <a:pt x="307" y="5830"/>
                    </a:cubicBezTo>
                    <a:lnTo>
                      <a:pt x="2650" y="5830"/>
                    </a:lnTo>
                    <a:cubicBezTo>
                      <a:pt x="2792" y="5830"/>
                      <a:pt x="2883" y="5717"/>
                      <a:pt x="2858" y="5579"/>
                    </a:cubicBezTo>
                    <a:lnTo>
                      <a:pt x="2123" y="2807"/>
                    </a:lnTo>
                    <a:cubicBezTo>
                      <a:pt x="2615" y="2568"/>
                      <a:pt x="2959" y="2066"/>
                      <a:pt x="2959" y="1481"/>
                    </a:cubicBezTo>
                    <a:cubicBezTo>
                      <a:pt x="2959" y="665"/>
                      <a:pt x="2297" y="1"/>
                      <a:pt x="14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9"/>
              <p:cNvSpPr/>
              <p:nvPr/>
            </p:nvSpPr>
            <p:spPr>
              <a:xfrm>
                <a:off x="9312633" y="3654186"/>
                <a:ext cx="239850" cy="16672"/>
              </a:xfrm>
              <a:custGeom>
                <a:avLst/>
                <a:gdLst/>
                <a:ahLst/>
                <a:cxnLst/>
                <a:rect l="l" t="t" r="r" b="b"/>
                <a:pathLst>
                  <a:path w="10660" h="741" extrusionOk="0">
                    <a:moveTo>
                      <a:pt x="0" y="1"/>
                    </a:moveTo>
                    <a:lnTo>
                      <a:pt x="0" y="741"/>
                    </a:lnTo>
                    <a:lnTo>
                      <a:pt x="10659" y="741"/>
                    </a:lnTo>
                    <a:lnTo>
                      <a:pt x="1065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9"/>
              <p:cNvSpPr/>
              <p:nvPr/>
            </p:nvSpPr>
            <p:spPr>
              <a:xfrm>
                <a:off x="9312633" y="3698331"/>
                <a:ext cx="432810" cy="16605"/>
              </a:xfrm>
              <a:custGeom>
                <a:avLst/>
                <a:gdLst/>
                <a:ahLst/>
                <a:cxnLst/>
                <a:rect l="l" t="t" r="r" b="b"/>
                <a:pathLst>
                  <a:path w="19236" h="738" extrusionOk="0">
                    <a:moveTo>
                      <a:pt x="0" y="0"/>
                    </a:moveTo>
                    <a:lnTo>
                      <a:pt x="0" y="738"/>
                    </a:lnTo>
                    <a:lnTo>
                      <a:pt x="19235" y="738"/>
                    </a:lnTo>
                    <a:lnTo>
                      <a:pt x="1923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9"/>
              <p:cNvSpPr/>
              <p:nvPr/>
            </p:nvSpPr>
            <p:spPr>
              <a:xfrm>
                <a:off x="9312633" y="3758451"/>
                <a:ext cx="432855" cy="92857"/>
              </a:xfrm>
              <a:custGeom>
                <a:avLst/>
                <a:gdLst/>
                <a:ahLst/>
                <a:cxnLst/>
                <a:rect l="l" t="t" r="r" b="b"/>
                <a:pathLst>
                  <a:path w="19238" h="4127" extrusionOk="0">
                    <a:moveTo>
                      <a:pt x="2780" y="0"/>
                    </a:moveTo>
                    <a:cubicBezTo>
                      <a:pt x="1250" y="0"/>
                      <a:pt x="0" y="928"/>
                      <a:pt x="0" y="2063"/>
                    </a:cubicBezTo>
                    <a:cubicBezTo>
                      <a:pt x="0" y="3198"/>
                      <a:pt x="1250" y="4127"/>
                      <a:pt x="2780" y="4127"/>
                    </a:cubicBezTo>
                    <a:lnTo>
                      <a:pt x="16459" y="4127"/>
                    </a:lnTo>
                    <a:cubicBezTo>
                      <a:pt x="17986" y="4127"/>
                      <a:pt x="19238" y="3197"/>
                      <a:pt x="19238" y="2063"/>
                    </a:cubicBezTo>
                    <a:cubicBezTo>
                      <a:pt x="19238" y="929"/>
                      <a:pt x="17986" y="0"/>
                      <a:pt x="164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9"/>
              <p:cNvSpPr/>
              <p:nvPr/>
            </p:nvSpPr>
            <p:spPr>
              <a:xfrm>
                <a:off x="9411183" y="3797263"/>
                <a:ext cx="15210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75" extrusionOk="0">
                    <a:moveTo>
                      <a:pt x="339" y="1"/>
                    </a:moveTo>
                    <a:cubicBezTo>
                      <a:pt x="151" y="1"/>
                      <a:pt x="0" y="152"/>
                      <a:pt x="0" y="338"/>
                    </a:cubicBezTo>
                    <a:cubicBezTo>
                      <a:pt x="0" y="525"/>
                      <a:pt x="152" y="675"/>
                      <a:pt x="339" y="675"/>
                    </a:cubicBezTo>
                    <a:cubicBezTo>
                      <a:pt x="525" y="675"/>
                      <a:pt x="676" y="525"/>
                      <a:pt x="676" y="338"/>
                    </a:cubicBezTo>
                    <a:cubicBezTo>
                      <a:pt x="676" y="152"/>
                      <a:pt x="525" y="2"/>
                      <a:pt x="3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9"/>
              <p:cNvSpPr/>
              <p:nvPr/>
            </p:nvSpPr>
            <p:spPr>
              <a:xfrm>
                <a:off x="9455283" y="3797263"/>
                <a:ext cx="15188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5" extrusionOk="0">
                    <a:moveTo>
                      <a:pt x="337" y="1"/>
                    </a:moveTo>
                    <a:cubicBezTo>
                      <a:pt x="152" y="1"/>
                      <a:pt x="0" y="152"/>
                      <a:pt x="0" y="338"/>
                    </a:cubicBezTo>
                    <a:cubicBezTo>
                      <a:pt x="0" y="525"/>
                      <a:pt x="152" y="675"/>
                      <a:pt x="337" y="675"/>
                    </a:cubicBezTo>
                    <a:cubicBezTo>
                      <a:pt x="526" y="675"/>
                      <a:pt x="674" y="525"/>
                      <a:pt x="674" y="338"/>
                    </a:cubicBezTo>
                    <a:cubicBezTo>
                      <a:pt x="674" y="152"/>
                      <a:pt x="526" y="2"/>
                      <a:pt x="3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9"/>
              <p:cNvSpPr/>
              <p:nvPr/>
            </p:nvSpPr>
            <p:spPr>
              <a:xfrm>
                <a:off x="9499406" y="3797263"/>
                <a:ext cx="15210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75" extrusionOk="0">
                    <a:moveTo>
                      <a:pt x="339" y="1"/>
                    </a:moveTo>
                    <a:cubicBezTo>
                      <a:pt x="151" y="1"/>
                      <a:pt x="0" y="152"/>
                      <a:pt x="0" y="338"/>
                    </a:cubicBezTo>
                    <a:cubicBezTo>
                      <a:pt x="0" y="525"/>
                      <a:pt x="152" y="675"/>
                      <a:pt x="339" y="675"/>
                    </a:cubicBezTo>
                    <a:cubicBezTo>
                      <a:pt x="526" y="675"/>
                      <a:pt x="676" y="525"/>
                      <a:pt x="676" y="338"/>
                    </a:cubicBezTo>
                    <a:cubicBezTo>
                      <a:pt x="676" y="152"/>
                      <a:pt x="525" y="2"/>
                      <a:pt x="3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9"/>
              <p:cNvSpPr/>
              <p:nvPr/>
            </p:nvSpPr>
            <p:spPr>
              <a:xfrm>
                <a:off x="9543528" y="3797263"/>
                <a:ext cx="15165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4" h="675" extrusionOk="0">
                    <a:moveTo>
                      <a:pt x="338" y="1"/>
                    </a:moveTo>
                    <a:cubicBezTo>
                      <a:pt x="151" y="1"/>
                      <a:pt x="1" y="152"/>
                      <a:pt x="1" y="338"/>
                    </a:cubicBezTo>
                    <a:cubicBezTo>
                      <a:pt x="1" y="525"/>
                      <a:pt x="153" y="675"/>
                      <a:pt x="338" y="675"/>
                    </a:cubicBezTo>
                    <a:cubicBezTo>
                      <a:pt x="525" y="675"/>
                      <a:pt x="673" y="525"/>
                      <a:pt x="673" y="338"/>
                    </a:cubicBezTo>
                    <a:cubicBezTo>
                      <a:pt x="673" y="152"/>
                      <a:pt x="525" y="2"/>
                      <a:pt x="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9"/>
              <p:cNvSpPr/>
              <p:nvPr/>
            </p:nvSpPr>
            <p:spPr>
              <a:xfrm>
                <a:off x="9587606" y="3797263"/>
                <a:ext cx="15210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75" extrusionOk="0">
                    <a:moveTo>
                      <a:pt x="337" y="1"/>
                    </a:moveTo>
                    <a:cubicBezTo>
                      <a:pt x="151" y="1"/>
                      <a:pt x="0" y="152"/>
                      <a:pt x="0" y="338"/>
                    </a:cubicBezTo>
                    <a:cubicBezTo>
                      <a:pt x="0" y="525"/>
                      <a:pt x="151" y="675"/>
                      <a:pt x="337" y="675"/>
                    </a:cubicBezTo>
                    <a:cubicBezTo>
                      <a:pt x="526" y="675"/>
                      <a:pt x="676" y="525"/>
                      <a:pt x="676" y="338"/>
                    </a:cubicBezTo>
                    <a:cubicBezTo>
                      <a:pt x="676" y="152"/>
                      <a:pt x="526" y="2"/>
                      <a:pt x="3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9"/>
              <p:cNvSpPr/>
              <p:nvPr/>
            </p:nvSpPr>
            <p:spPr>
              <a:xfrm>
                <a:off x="9631728" y="3797263"/>
                <a:ext cx="15188" cy="15188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5" extrusionOk="0">
                    <a:moveTo>
                      <a:pt x="338" y="1"/>
                    </a:moveTo>
                    <a:cubicBezTo>
                      <a:pt x="153" y="1"/>
                      <a:pt x="1" y="152"/>
                      <a:pt x="1" y="338"/>
                    </a:cubicBezTo>
                    <a:cubicBezTo>
                      <a:pt x="1" y="525"/>
                      <a:pt x="153" y="675"/>
                      <a:pt x="338" y="675"/>
                    </a:cubicBezTo>
                    <a:cubicBezTo>
                      <a:pt x="524" y="675"/>
                      <a:pt x="675" y="525"/>
                      <a:pt x="675" y="338"/>
                    </a:cubicBezTo>
                    <a:cubicBezTo>
                      <a:pt x="675" y="152"/>
                      <a:pt x="526" y="2"/>
                      <a:pt x="3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9312633" y="3899548"/>
                <a:ext cx="203220" cy="60907"/>
              </a:xfrm>
              <a:custGeom>
                <a:avLst/>
                <a:gdLst/>
                <a:ahLst/>
                <a:cxnLst/>
                <a:rect l="l" t="t" r="r" b="b"/>
                <a:pathLst>
                  <a:path w="9032" h="2707" extrusionOk="0">
                    <a:moveTo>
                      <a:pt x="0" y="1"/>
                    </a:moveTo>
                    <a:lnTo>
                      <a:pt x="0" y="2707"/>
                    </a:lnTo>
                    <a:lnTo>
                      <a:pt x="9031" y="2707"/>
                    </a:lnTo>
                    <a:lnTo>
                      <a:pt x="903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9"/>
              <p:cNvSpPr/>
              <p:nvPr/>
            </p:nvSpPr>
            <p:spPr>
              <a:xfrm>
                <a:off x="9339161" y="3921666"/>
                <a:ext cx="15016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740" extrusionOk="0">
                    <a:moveTo>
                      <a:pt x="1" y="1"/>
                    </a:moveTo>
                    <a:lnTo>
                      <a:pt x="1" y="739"/>
                    </a:lnTo>
                    <a:lnTo>
                      <a:pt x="6674" y="739"/>
                    </a:lnTo>
                    <a:lnTo>
                      <a:pt x="667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9"/>
              <p:cNvSpPr/>
              <p:nvPr/>
            </p:nvSpPr>
            <p:spPr>
              <a:xfrm>
                <a:off x="9034466" y="2311926"/>
                <a:ext cx="609682" cy="690503"/>
              </a:xfrm>
              <a:custGeom>
                <a:avLst/>
                <a:gdLst/>
                <a:ahLst/>
                <a:cxnLst/>
                <a:rect l="l" t="t" r="r" b="b"/>
                <a:pathLst>
                  <a:path w="27097" h="30689" extrusionOk="0">
                    <a:moveTo>
                      <a:pt x="1" y="1"/>
                    </a:moveTo>
                    <a:lnTo>
                      <a:pt x="1" y="30688"/>
                    </a:lnTo>
                    <a:lnTo>
                      <a:pt x="27097" y="30688"/>
                    </a:lnTo>
                    <a:lnTo>
                      <a:pt x="27097" y="6594"/>
                    </a:lnTo>
                    <a:lnTo>
                      <a:pt x="2099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9"/>
              <p:cNvSpPr/>
              <p:nvPr/>
            </p:nvSpPr>
            <p:spPr>
              <a:xfrm>
                <a:off x="9506876" y="2311926"/>
                <a:ext cx="137273" cy="14836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6594" extrusionOk="0">
                    <a:moveTo>
                      <a:pt x="0" y="1"/>
                    </a:moveTo>
                    <a:lnTo>
                      <a:pt x="0" y="6594"/>
                    </a:lnTo>
                    <a:lnTo>
                      <a:pt x="6101" y="659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9"/>
              <p:cNvSpPr/>
              <p:nvPr/>
            </p:nvSpPr>
            <p:spPr>
              <a:xfrm>
                <a:off x="9100728" y="2413468"/>
                <a:ext cx="342293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1521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15212" y="862"/>
                    </a:lnTo>
                    <a:lnTo>
                      <a:pt x="152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9"/>
              <p:cNvSpPr/>
              <p:nvPr/>
            </p:nvSpPr>
            <p:spPr>
              <a:xfrm>
                <a:off x="9100728" y="2481913"/>
                <a:ext cx="342293" cy="19463"/>
              </a:xfrm>
              <a:custGeom>
                <a:avLst/>
                <a:gdLst/>
                <a:ahLst/>
                <a:cxnLst/>
                <a:rect l="l" t="t" r="r" b="b"/>
                <a:pathLst>
                  <a:path w="15213" h="865" extrusionOk="0">
                    <a:moveTo>
                      <a:pt x="0" y="1"/>
                    </a:moveTo>
                    <a:lnTo>
                      <a:pt x="0" y="865"/>
                    </a:lnTo>
                    <a:lnTo>
                      <a:pt x="15212" y="865"/>
                    </a:lnTo>
                    <a:lnTo>
                      <a:pt x="152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9"/>
              <p:cNvSpPr/>
              <p:nvPr/>
            </p:nvSpPr>
            <p:spPr>
              <a:xfrm>
                <a:off x="9100728" y="2550381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9"/>
              <p:cNvSpPr/>
              <p:nvPr/>
            </p:nvSpPr>
            <p:spPr>
              <a:xfrm>
                <a:off x="9100728" y="2618826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9"/>
              <p:cNvSpPr/>
              <p:nvPr/>
            </p:nvSpPr>
            <p:spPr>
              <a:xfrm>
                <a:off x="9100728" y="2687271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9"/>
              <p:cNvSpPr/>
              <p:nvPr/>
            </p:nvSpPr>
            <p:spPr>
              <a:xfrm>
                <a:off x="9100728" y="2755738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9"/>
              <p:cNvSpPr/>
              <p:nvPr/>
            </p:nvSpPr>
            <p:spPr>
              <a:xfrm>
                <a:off x="9100728" y="2824183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9"/>
              <p:cNvSpPr/>
              <p:nvPr/>
            </p:nvSpPr>
            <p:spPr>
              <a:xfrm>
                <a:off x="9100728" y="2892628"/>
                <a:ext cx="488318" cy="19417"/>
              </a:xfrm>
              <a:custGeom>
                <a:avLst/>
                <a:gdLst/>
                <a:ahLst/>
                <a:cxnLst/>
                <a:rect l="l" t="t" r="r" b="b"/>
                <a:pathLst>
                  <a:path w="21703" h="863" extrusionOk="0">
                    <a:moveTo>
                      <a:pt x="0" y="1"/>
                    </a:moveTo>
                    <a:lnTo>
                      <a:pt x="0" y="862"/>
                    </a:lnTo>
                    <a:lnTo>
                      <a:pt x="21703" y="862"/>
                    </a:lnTo>
                    <a:lnTo>
                      <a:pt x="21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9"/>
              <p:cNvSpPr/>
              <p:nvPr/>
            </p:nvSpPr>
            <p:spPr>
              <a:xfrm>
                <a:off x="6493383" y="3609546"/>
                <a:ext cx="670410" cy="426938"/>
              </a:xfrm>
              <a:custGeom>
                <a:avLst/>
                <a:gdLst/>
                <a:ahLst/>
                <a:cxnLst/>
                <a:rect l="l" t="t" r="r" b="b"/>
                <a:pathLst>
                  <a:path w="29796" h="18975" extrusionOk="0">
                    <a:moveTo>
                      <a:pt x="1" y="1"/>
                    </a:moveTo>
                    <a:lnTo>
                      <a:pt x="1" y="18975"/>
                    </a:lnTo>
                    <a:lnTo>
                      <a:pt x="29795" y="18975"/>
                    </a:lnTo>
                    <a:lnTo>
                      <a:pt x="297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9"/>
              <p:cNvSpPr/>
              <p:nvPr/>
            </p:nvSpPr>
            <p:spPr>
              <a:xfrm>
                <a:off x="6493383" y="3609546"/>
                <a:ext cx="670410" cy="286605"/>
              </a:xfrm>
              <a:custGeom>
                <a:avLst/>
                <a:gdLst/>
                <a:ahLst/>
                <a:cxnLst/>
                <a:rect l="l" t="t" r="r" b="b"/>
                <a:pathLst>
                  <a:path w="29796" h="12738" extrusionOk="0">
                    <a:moveTo>
                      <a:pt x="1" y="1"/>
                    </a:moveTo>
                    <a:lnTo>
                      <a:pt x="14900" y="12737"/>
                    </a:lnTo>
                    <a:lnTo>
                      <a:pt x="2979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9"/>
              <p:cNvSpPr/>
              <p:nvPr/>
            </p:nvSpPr>
            <p:spPr>
              <a:xfrm>
                <a:off x="6493383" y="3739371"/>
                <a:ext cx="329175" cy="297113"/>
              </a:xfrm>
              <a:custGeom>
                <a:avLst/>
                <a:gdLst/>
                <a:ahLst/>
                <a:cxnLst/>
                <a:rect l="l" t="t" r="r" b="b"/>
                <a:pathLst>
                  <a:path w="14630" h="13205" extrusionOk="0">
                    <a:moveTo>
                      <a:pt x="13722" y="1"/>
                    </a:moveTo>
                    <a:cubicBezTo>
                      <a:pt x="13585" y="1"/>
                      <a:pt x="13444" y="50"/>
                      <a:pt x="13316" y="168"/>
                    </a:cubicBezTo>
                    <a:cubicBezTo>
                      <a:pt x="8877" y="4239"/>
                      <a:pt x="4441" y="8308"/>
                      <a:pt x="1" y="12379"/>
                    </a:cubicBezTo>
                    <a:lnTo>
                      <a:pt x="1" y="13205"/>
                    </a:lnTo>
                    <a:lnTo>
                      <a:pt x="903" y="13205"/>
                    </a:lnTo>
                    <a:cubicBezTo>
                      <a:pt x="5328" y="9144"/>
                      <a:pt x="9752" y="5089"/>
                      <a:pt x="14178" y="1028"/>
                    </a:cubicBezTo>
                    <a:cubicBezTo>
                      <a:pt x="14629" y="614"/>
                      <a:pt x="14205" y="1"/>
                      <a:pt x="137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9"/>
              <p:cNvSpPr/>
              <p:nvPr/>
            </p:nvSpPr>
            <p:spPr>
              <a:xfrm>
                <a:off x="6866816" y="3386143"/>
                <a:ext cx="505282" cy="460350"/>
              </a:xfrm>
              <a:custGeom>
                <a:avLst/>
                <a:gdLst/>
                <a:ahLst/>
                <a:cxnLst/>
                <a:rect l="l" t="t" r="r" b="b"/>
                <a:pathLst>
                  <a:path w="22457" h="20460" extrusionOk="0">
                    <a:moveTo>
                      <a:pt x="11226" y="2319"/>
                    </a:moveTo>
                    <a:cubicBezTo>
                      <a:pt x="13251" y="2319"/>
                      <a:pt x="15275" y="3090"/>
                      <a:pt x="16820" y="4634"/>
                    </a:cubicBezTo>
                    <a:cubicBezTo>
                      <a:pt x="19910" y="7726"/>
                      <a:pt x="19910" y="12734"/>
                      <a:pt x="16820" y="15821"/>
                    </a:cubicBezTo>
                    <a:cubicBezTo>
                      <a:pt x="15275" y="17366"/>
                      <a:pt x="13250" y="18138"/>
                      <a:pt x="11225" y="18138"/>
                    </a:cubicBezTo>
                    <a:cubicBezTo>
                      <a:pt x="9201" y="18138"/>
                      <a:pt x="7177" y="17367"/>
                      <a:pt x="5633" y="15822"/>
                    </a:cubicBezTo>
                    <a:cubicBezTo>
                      <a:pt x="2546" y="12734"/>
                      <a:pt x="2546" y="7726"/>
                      <a:pt x="5633" y="4634"/>
                    </a:cubicBezTo>
                    <a:cubicBezTo>
                      <a:pt x="7178" y="3090"/>
                      <a:pt x="9202" y="2319"/>
                      <a:pt x="11226" y="2319"/>
                    </a:cubicBezTo>
                    <a:close/>
                    <a:moveTo>
                      <a:pt x="11226" y="0"/>
                    </a:moveTo>
                    <a:cubicBezTo>
                      <a:pt x="8608" y="0"/>
                      <a:pt x="5991" y="998"/>
                      <a:pt x="3994" y="2995"/>
                    </a:cubicBezTo>
                    <a:cubicBezTo>
                      <a:pt x="0" y="6991"/>
                      <a:pt x="0" y="13467"/>
                      <a:pt x="3994" y="17463"/>
                    </a:cubicBezTo>
                    <a:cubicBezTo>
                      <a:pt x="5991" y="19461"/>
                      <a:pt x="8610" y="20459"/>
                      <a:pt x="11228" y="20459"/>
                    </a:cubicBezTo>
                    <a:cubicBezTo>
                      <a:pt x="13846" y="20459"/>
                      <a:pt x="16465" y="19461"/>
                      <a:pt x="18462" y="17463"/>
                    </a:cubicBezTo>
                    <a:cubicBezTo>
                      <a:pt x="22457" y="13470"/>
                      <a:pt x="22457" y="6991"/>
                      <a:pt x="18462" y="2997"/>
                    </a:cubicBezTo>
                    <a:cubicBezTo>
                      <a:pt x="16463" y="999"/>
                      <a:pt x="13844" y="0"/>
                      <a:pt x="11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6924078" y="3438298"/>
                <a:ext cx="390735" cy="355972"/>
              </a:xfrm>
              <a:custGeom>
                <a:avLst/>
                <a:gdLst/>
                <a:ahLst/>
                <a:cxnLst/>
                <a:rect l="l" t="t" r="r" b="b"/>
                <a:pathLst>
                  <a:path w="17366" h="15821" extrusionOk="0">
                    <a:moveTo>
                      <a:pt x="8681" y="1"/>
                    </a:moveTo>
                    <a:cubicBezTo>
                      <a:pt x="6657" y="1"/>
                      <a:pt x="4633" y="772"/>
                      <a:pt x="3088" y="2316"/>
                    </a:cubicBezTo>
                    <a:cubicBezTo>
                      <a:pt x="1" y="5408"/>
                      <a:pt x="1" y="10416"/>
                      <a:pt x="3088" y="13504"/>
                    </a:cubicBezTo>
                    <a:cubicBezTo>
                      <a:pt x="4632" y="15049"/>
                      <a:pt x="6656" y="15820"/>
                      <a:pt x="8680" y="15820"/>
                    </a:cubicBezTo>
                    <a:cubicBezTo>
                      <a:pt x="10705" y="15820"/>
                      <a:pt x="12730" y="15048"/>
                      <a:pt x="14275" y="13503"/>
                    </a:cubicBezTo>
                    <a:cubicBezTo>
                      <a:pt x="17365" y="10416"/>
                      <a:pt x="17365" y="5408"/>
                      <a:pt x="14275" y="2316"/>
                    </a:cubicBezTo>
                    <a:cubicBezTo>
                      <a:pt x="12730" y="772"/>
                      <a:pt x="10706" y="1"/>
                      <a:pt x="86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9"/>
              <p:cNvSpPr/>
              <p:nvPr/>
            </p:nvSpPr>
            <p:spPr>
              <a:xfrm>
                <a:off x="7225241" y="3722136"/>
                <a:ext cx="226418" cy="226372"/>
              </a:xfrm>
              <a:custGeom>
                <a:avLst/>
                <a:gdLst/>
                <a:ahLst/>
                <a:cxnLst/>
                <a:rect l="l" t="t" r="r" b="b"/>
                <a:pathLst>
                  <a:path w="10063" h="10061" extrusionOk="0">
                    <a:moveTo>
                      <a:pt x="1782" y="0"/>
                    </a:moveTo>
                    <a:lnTo>
                      <a:pt x="1" y="1781"/>
                    </a:lnTo>
                    <a:lnTo>
                      <a:pt x="8282" y="10061"/>
                    </a:lnTo>
                    <a:lnTo>
                      <a:pt x="10063" y="8281"/>
                    </a:lnTo>
                    <a:lnTo>
                      <a:pt x="17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9"/>
              <p:cNvSpPr/>
              <p:nvPr/>
            </p:nvSpPr>
            <p:spPr>
              <a:xfrm>
                <a:off x="7371423" y="3868341"/>
                <a:ext cx="80235" cy="80168"/>
              </a:xfrm>
              <a:custGeom>
                <a:avLst/>
                <a:gdLst/>
                <a:ahLst/>
                <a:cxnLst/>
                <a:rect l="l" t="t" r="r" b="b"/>
                <a:pathLst>
                  <a:path w="3566" h="3563" extrusionOk="0">
                    <a:moveTo>
                      <a:pt x="1785" y="0"/>
                    </a:moveTo>
                    <a:lnTo>
                      <a:pt x="1" y="1783"/>
                    </a:lnTo>
                    <a:lnTo>
                      <a:pt x="1785" y="3563"/>
                    </a:lnTo>
                    <a:lnTo>
                      <a:pt x="3566" y="1783"/>
                    </a:lnTo>
                    <a:lnTo>
                      <a:pt x="178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7013088" y="3518848"/>
                <a:ext cx="212648" cy="190035"/>
              </a:xfrm>
              <a:custGeom>
                <a:avLst/>
                <a:gdLst/>
                <a:ahLst/>
                <a:cxnLst/>
                <a:rect l="l" t="t" r="r" b="b"/>
                <a:pathLst>
                  <a:path w="9451" h="8446" extrusionOk="0">
                    <a:moveTo>
                      <a:pt x="4726" y="1"/>
                    </a:moveTo>
                    <a:cubicBezTo>
                      <a:pt x="3911" y="1"/>
                      <a:pt x="3251" y="661"/>
                      <a:pt x="3251" y="1474"/>
                    </a:cubicBezTo>
                    <a:cubicBezTo>
                      <a:pt x="3251" y="1778"/>
                      <a:pt x="3343" y="2062"/>
                      <a:pt x="3503" y="2296"/>
                    </a:cubicBezTo>
                    <a:cubicBezTo>
                      <a:pt x="3299" y="2458"/>
                      <a:pt x="3113" y="2659"/>
                      <a:pt x="2953" y="2892"/>
                    </a:cubicBezTo>
                    <a:cubicBezTo>
                      <a:pt x="2359" y="2519"/>
                      <a:pt x="1766" y="2146"/>
                      <a:pt x="1172" y="1774"/>
                    </a:cubicBezTo>
                    <a:cubicBezTo>
                      <a:pt x="1125" y="1745"/>
                      <a:pt x="1080" y="1732"/>
                      <a:pt x="1037" y="1732"/>
                    </a:cubicBezTo>
                    <a:cubicBezTo>
                      <a:pt x="812" y="1732"/>
                      <a:pt x="666" y="2077"/>
                      <a:pt x="906" y="2228"/>
                    </a:cubicBezTo>
                    <a:cubicBezTo>
                      <a:pt x="1501" y="2602"/>
                      <a:pt x="2096" y="2974"/>
                      <a:pt x="2691" y="3348"/>
                    </a:cubicBezTo>
                    <a:cubicBezTo>
                      <a:pt x="2483" y="3785"/>
                      <a:pt x="2355" y="4293"/>
                      <a:pt x="2330" y="4840"/>
                    </a:cubicBezTo>
                    <a:cubicBezTo>
                      <a:pt x="1665" y="4771"/>
                      <a:pt x="1001" y="4701"/>
                      <a:pt x="337" y="4633"/>
                    </a:cubicBezTo>
                    <a:cubicBezTo>
                      <a:pt x="326" y="4631"/>
                      <a:pt x="315" y="4631"/>
                      <a:pt x="305" y="4631"/>
                    </a:cubicBezTo>
                    <a:cubicBezTo>
                      <a:pt x="1" y="4631"/>
                      <a:pt x="13" y="5124"/>
                      <a:pt x="337" y="5158"/>
                    </a:cubicBezTo>
                    <a:lnTo>
                      <a:pt x="2338" y="5367"/>
                    </a:lnTo>
                    <a:cubicBezTo>
                      <a:pt x="2374" y="5839"/>
                      <a:pt x="2490" y="6281"/>
                      <a:pt x="2663" y="6670"/>
                    </a:cubicBezTo>
                    <a:lnTo>
                      <a:pt x="1238" y="8001"/>
                    </a:lnTo>
                    <a:cubicBezTo>
                      <a:pt x="1045" y="8181"/>
                      <a:pt x="1227" y="8446"/>
                      <a:pt x="1434" y="8446"/>
                    </a:cubicBezTo>
                    <a:cubicBezTo>
                      <a:pt x="1494" y="8446"/>
                      <a:pt x="1555" y="8424"/>
                      <a:pt x="1610" y="8372"/>
                    </a:cubicBezTo>
                    <a:cubicBezTo>
                      <a:pt x="2049" y="7963"/>
                      <a:pt x="2488" y="7554"/>
                      <a:pt x="2927" y="7146"/>
                    </a:cubicBezTo>
                    <a:cubicBezTo>
                      <a:pt x="3366" y="7806"/>
                      <a:pt x="4010" y="8223"/>
                      <a:pt x="4726" y="8223"/>
                    </a:cubicBezTo>
                    <a:cubicBezTo>
                      <a:pt x="5442" y="8223"/>
                      <a:pt x="6084" y="7806"/>
                      <a:pt x="6525" y="7146"/>
                    </a:cubicBezTo>
                    <a:cubicBezTo>
                      <a:pt x="6963" y="7555"/>
                      <a:pt x="7401" y="7965"/>
                      <a:pt x="7841" y="8372"/>
                    </a:cubicBezTo>
                    <a:cubicBezTo>
                      <a:pt x="7896" y="8424"/>
                      <a:pt x="7957" y="8446"/>
                      <a:pt x="8017" y="8446"/>
                    </a:cubicBezTo>
                    <a:cubicBezTo>
                      <a:pt x="8224" y="8446"/>
                      <a:pt x="8407" y="8181"/>
                      <a:pt x="8214" y="8001"/>
                    </a:cubicBezTo>
                    <a:lnTo>
                      <a:pt x="6787" y="6671"/>
                    </a:lnTo>
                    <a:cubicBezTo>
                      <a:pt x="6963" y="6282"/>
                      <a:pt x="7077" y="5841"/>
                      <a:pt x="7114" y="5367"/>
                    </a:cubicBezTo>
                    <a:lnTo>
                      <a:pt x="9114" y="5158"/>
                    </a:lnTo>
                    <a:cubicBezTo>
                      <a:pt x="9438" y="5123"/>
                      <a:pt x="9451" y="4630"/>
                      <a:pt x="9146" y="4630"/>
                    </a:cubicBezTo>
                    <a:cubicBezTo>
                      <a:pt x="9136" y="4630"/>
                      <a:pt x="9125" y="4630"/>
                      <a:pt x="9114" y="4631"/>
                    </a:cubicBezTo>
                    <a:cubicBezTo>
                      <a:pt x="8450" y="4701"/>
                      <a:pt x="7785" y="4768"/>
                      <a:pt x="7121" y="4838"/>
                    </a:cubicBezTo>
                    <a:cubicBezTo>
                      <a:pt x="7096" y="4292"/>
                      <a:pt x="6967" y="3784"/>
                      <a:pt x="6760" y="3348"/>
                    </a:cubicBezTo>
                    <a:cubicBezTo>
                      <a:pt x="7356" y="2974"/>
                      <a:pt x="7951" y="2602"/>
                      <a:pt x="8546" y="2228"/>
                    </a:cubicBezTo>
                    <a:cubicBezTo>
                      <a:pt x="8786" y="2077"/>
                      <a:pt x="8640" y="1732"/>
                      <a:pt x="8415" y="1732"/>
                    </a:cubicBezTo>
                    <a:cubicBezTo>
                      <a:pt x="8372" y="1732"/>
                      <a:pt x="8326" y="1745"/>
                      <a:pt x="8279" y="1774"/>
                    </a:cubicBezTo>
                    <a:cubicBezTo>
                      <a:pt x="7685" y="2146"/>
                      <a:pt x="7091" y="2519"/>
                      <a:pt x="6498" y="2892"/>
                    </a:cubicBezTo>
                    <a:cubicBezTo>
                      <a:pt x="6337" y="2661"/>
                      <a:pt x="6154" y="2458"/>
                      <a:pt x="5948" y="2296"/>
                    </a:cubicBezTo>
                    <a:cubicBezTo>
                      <a:pt x="6107" y="2062"/>
                      <a:pt x="6200" y="1778"/>
                      <a:pt x="6200" y="1474"/>
                    </a:cubicBezTo>
                    <a:cubicBezTo>
                      <a:pt x="6200" y="661"/>
                      <a:pt x="5539" y="1"/>
                      <a:pt x="47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9"/>
              <p:cNvSpPr/>
              <p:nvPr/>
            </p:nvSpPr>
            <p:spPr>
              <a:xfrm>
                <a:off x="6559016" y="2352763"/>
                <a:ext cx="645502" cy="731115"/>
              </a:xfrm>
              <a:custGeom>
                <a:avLst/>
                <a:gdLst/>
                <a:ahLst/>
                <a:cxnLst/>
                <a:rect l="l" t="t" r="r" b="b"/>
                <a:pathLst>
                  <a:path w="28689" h="32494" extrusionOk="0">
                    <a:moveTo>
                      <a:pt x="0" y="0"/>
                    </a:moveTo>
                    <a:lnTo>
                      <a:pt x="0" y="32493"/>
                    </a:lnTo>
                    <a:lnTo>
                      <a:pt x="28689" y="32493"/>
                    </a:lnTo>
                    <a:lnTo>
                      <a:pt x="28689" y="6980"/>
                    </a:lnTo>
                    <a:lnTo>
                      <a:pt x="2223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9"/>
              <p:cNvSpPr/>
              <p:nvPr/>
            </p:nvSpPr>
            <p:spPr>
              <a:xfrm>
                <a:off x="7059168" y="2352763"/>
                <a:ext cx="145350" cy="157050"/>
              </a:xfrm>
              <a:custGeom>
                <a:avLst/>
                <a:gdLst/>
                <a:ahLst/>
                <a:cxnLst/>
                <a:rect l="l" t="t" r="r" b="b"/>
                <a:pathLst>
                  <a:path w="6460" h="6980" extrusionOk="0">
                    <a:moveTo>
                      <a:pt x="1" y="0"/>
                    </a:moveTo>
                    <a:lnTo>
                      <a:pt x="1" y="6980"/>
                    </a:lnTo>
                    <a:lnTo>
                      <a:pt x="6460" y="698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9"/>
              <p:cNvSpPr/>
              <p:nvPr/>
            </p:nvSpPr>
            <p:spPr>
              <a:xfrm>
                <a:off x="6629193" y="2460268"/>
                <a:ext cx="362385" cy="20520"/>
              </a:xfrm>
              <a:custGeom>
                <a:avLst/>
                <a:gdLst/>
                <a:ahLst/>
                <a:cxnLst/>
                <a:rect l="l" t="t" r="r" b="b"/>
                <a:pathLst>
                  <a:path w="16106" h="912" extrusionOk="0">
                    <a:moveTo>
                      <a:pt x="0" y="1"/>
                    </a:moveTo>
                    <a:lnTo>
                      <a:pt x="0" y="912"/>
                    </a:lnTo>
                    <a:lnTo>
                      <a:pt x="16105" y="912"/>
                    </a:lnTo>
                    <a:lnTo>
                      <a:pt x="161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9"/>
              <p:cNvSpPr/>
              <p:nvPr/>
            </p:nvSpPr>
            <p:spPr>
              <a:xfrm>
                <a:off x="6629193" y="2532741"/>
                <a:ext cx="36238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16106" h="913" extrusionOk="0">
                    <a:moveTo>
                      <a:pt x="0" y="0"/>
                    </a:moveTo>
                    <a:lnTo>
                      <a:pt x="0" y="913"/>
                    </a:lnTo>
                    <a:lnTo>
                      <a:pt x="16105" y="913"/>
                    </a:lnTo>
                    <a:lnTo>
                      <a:pt x="161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9"/>
              <p:cNvSpPr/>
              <p:nvPr/>
            </p:nvSpPr>
            <p:spPr>
              <a:xfrm>
                <a:off x="6629193" y="2605213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0"/>
                    </a:moveTo>
                    <a:lnTo>
                      <a:pt x="0" y="912"/>
                    </a:lnTo>
                    <a:lnTo>
                      <a:pt x="22977" y="912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9"/>
              <p:cNvSpPr/>
              <p:nvPr/>
            </p:nvSpPr>
            <p:spPr>
              <a:xfrm>
                <a:off x="6629193" y="2677686"/>
                <a:ext cx="517005" cy="20565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4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9"/>
              <p:cNvSpPr/>
              <p:nvPr/>
            </p:nvSpPr>
            <p:spPr>
              <a:xfrm>
                <a:off x="6629193" y="2750181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9"/>
              <p:cNvSpPr/>
              <p:nvPr/>
            </p:nvSpPr>
            <p:spPr>
              <a:xfrm>
                <a:off x="6629193" y="2822653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0"/>
                    </a:moveTo>
                    <a:lnTo>
                      <a:pt x="0" y="912"/>
                    </a:lnTo>
                    <a:lnTo>
                      <a:pt x="22977" y="912"/>
                    </a:lnTo>
                    <a:lnTo>
                      <a:pt x="229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9"/>
              <p:cNvSpPr/>
              <p:nvPr/>
            </p:nvSpPr>
            <p:spPr>
              <a:xfrm>
                <a:off x="6629193" y="2895103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9"/>
              <p:cNvSpPr/>
              <p:nvPr/>
            </p:nvSpPr>
            <p:spPr>
              <a:xfrm>
                <a:off x="6629193" y="2967598"/>
                <a:ext cx="517005" cy="2054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913" extrusionOk="0">
                    <a:moveTo>
                      <a:pt x="0" y="1"/>
                    </a:moveTo>
                    <a:lnTo>
                      <a:pt x="0" y="913"/>
                    </a:lnTo>
                    <a:lnTo>
                      <a:pt x="22977" y="913"/>
                    </a:lnTo>
                    <a:lnTo>
                      <a:pt x="22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9"/>
              <p:cNvSpPr/>
              <p:nvPr/>
            </p:nvSpPr>
            <p:spPr>
              <a:xfrm>
                <a:off x="7757748" y="2175298"/>
                <a:ext cx="580973" cy="416723"/>
              </a:xfrm>
              <a:custGeom>
                <a:avLst/>
                <a:gdLst/>
                <a:ahLst/>
                <a:cxnLst/>
                <a:rect l="l" t="t" r="r" b="b"/>
                <a:pathLst>
                  <a:path w="25821" h="18521" extrusionOk="0">
                    <a:moveTo>
                      <a:pt x="12910" y="0"/>
                    </a:moveTo>
                    <a:cubicBezTo>
                      <a:pt x="12051" y="0"/>
                      <a:pt x="11192" y="480"/>
                      <a:pt x="10541" y="1439"/>
                    </a:cubicBezTo>
                    <a:lnTo>
                      <a:pt x="1303" y="15034"/>
                    </a:lnTo>
                    <a:cubicBezTo>
                      <a:pt x="0" y="16952"/>
                      <a:pt x="831" y="18521"/>
                      <a:pt x="3150" y="18521"/>
                    </a:cubicBezTo>
                    <a:lnTo>
                      <a:pt x="22669" y="18521"/>
                    </a:lnTo>
                    <a:cubicBezTo>
                      <a:pt x="24988" y="18521"/>
                      <a:pt x="25820" y="16951"/>
                      <a:pt x="24517" y="15034"/>
                    </a:cubicBezTo>
                    <a:lnTo>
                      <a:pt x="15279" y="1439"/>
                    </a:lnTo>
                    <a:cubicBezTo>
                      <a:pt x="14628" y="480"/>
                      <a:pt x="13769" y="0"/>
                      <a:pt x="129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9"/>
              <p:cNvSpPr/>
              <p:nvPr/>
            </p:nvSpPr>
            <p:spPr>
              <a:xfrm>
                <a:off x="8034003" y="2175276"/>
                <a:ext cx="304718" cy="416745"/>
              </a:xfrm>
              <a:custGeom>
                <a:avLst/>
                <a:gdLst/>
                <a:ahLst/>
                <a:cxnLst/>
                <a:rect l="l" t="t" r="r" b="b"/>
                <a:pathLst>
                  <a:path w="13543" h="18522" extrusionOk="0">
                    <a:moveTo>
                      <a:pt x="631" y="1"/>
                    </a:moveTo>
                    <a:cubicBezTo>
                      <a:pt x="420" y="1"/>
                      <a:pt x="208" y="30"/>
                      <a:pt x="0" y="88"/>
                    </a:cubicBezTo>
                    <a:cubicBezTo>
                      <a:pt x="636" y="268"/>
                      <a:pt x="1244" y="716"/>
                      <a:pt x="1736" y="1440"/>
                    </a:cubicBezTo>
                    <a:lnTo>
                      <a:pt x="10973" y="15035"/>
                    </a:lnTo>
                    <a:cubicBezTo>
                      <a:pt x="12277" y="16953"/>
                      <a:pt x="11444" y="18522"/>
                      <a:pt x="9127" y="18522"/>
                    </a:cubicBezTo>
                    <a:lnTo>
                      <a:pt x="10391" y="18522"/>
                    </a:lnTo>
                    <a:cubicBezTo>
                      <a:pt x="12710" y="18522"/>
                      <a:pt x="13542" y="16953"/>
                      <a:pt x="12239" y="15035"/>
                    </a:cubicBezTo>
                    <a:lnTo>
                      <a:pt x="3001" y="1440"/>
                    </a:lnTo>
                    <a:cubicBezTo>
                      <a:pt x="2349" y="480"/>
                      <a:pt x="1490" y="1"/>
                      <a:pt x="6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9"/>
              <p:cNvSpPr/>
              <p:nvPr/>
            </p:nvSpPr>
            <p:spPr>
              <a:xfrm>
                <a:off x="8029031" y="2278866"/>
                <a:ext cx="38385" cy="207540"/>
              </a:xfrm>
              <a:custGeom>
                <a:avLst/>
                <a:gdLst/>
                <a:ahLst/>
                <a:cxnLst/>
                <a:rect l="l" t="t" r="r" b="b"/>
                <a:pathLst>
                  <a:path w="1706" h="9224" extrusionOk="0">
                    <a:moveTo>
                      <a:pt x="853" y="1"/>
                    </a:moveTo>
                    <a:cubicBezTo>
                      <a:pt x="382" y="1"/>
                      <a:pt x="1" y="383"/>
                      <a:pt x="1" y="855"/>
                    </a:cubicBezTo>
                    <a:lnTo>
                      <a:pt x="1" y="8371"/>
                    </a:lnTo>
                    <a:cubicBezTo>
                      <a:pt x="1" y="8843"/>
                      <a:pt x="382" y="9224"/>
                      <a:pt x="853" y="9224"/>
                    </a:cubicBezTo>
                    <a:cubicBezTo>
                      <a:pt x="1323" y="9224"/>
                      <a:pt x="1706" y="8843"/>
                      <a:pt x="1706" y="8371"/>
                    </a:cubicBezTo>
                    <a:lnTo>
                      <a:pt x="1706" y="855"/>
                    </a:lnTo>
                    <a:cubicBezTo>
                      <a:pt x="1706" y="383"/>
                      <a:pt x="1325" y="1"/>
                      <a:pt x="8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9"/>
              <p:cNvSpPr/>
              <p:nvPr/>
            </p:nvSpPr>
            <p:spPr>
              <a:xfrm>
                <a:off x="8029031" y="2503776"/>
                <a:ext cx="38385" cy="38430"/>
              </a:xfrm>
              <a:custGeom>
                <a:avLst/>
                <a:gdLst/>
                <a:ahLst/>
                <a:cxnLst/>
                <a:rect l="l" t="t" r="r" b="b"/>
                <a:pathLst>
                  <a:path w="1706" h="1708" extrusionOk="0">
                    <a:moveTo>
                      <a:pt x="853" y="1"/>
                    </a:moveTo>
                    <a:cubicBezTo>
                      <a:pt x="382" y="1"/>
                      <a:pt x="1" y="383"/>
                      <a:pt x="1" y="853"/>
                    </a:cubicBezTo>
                    <a:cubicBezTo>
                      <a:pt x="1" y="1325"/>
                      <a:pt x="382" y="1707"/>
                      <a:pt x="853" y="1707"/>
                    </a:cubicBezTo>
                    <a:cubicBezTo>
                      <a:pt x="1323" y="1707"/>
                      <a:pt x="1706" y="1325"/>
                      <a:pt x="1706" y="853"/>
                    </a:cubicBezTo>
                    <a:cubicBezTo>
                      <a:pt x="1706" y="382"/>
                      <a:pt x="1325" y="1"/>
                      <a:pt x="8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9"/>
              <p:cNvSpPr/>
              <p:nvPr/>
            </p:nvSpPr>
            <p:spPr>
              <a:xfrm>
                <a:off x="6836913" y="3739371"/>
                <a:ext cx="326880" cy="297113"/>
              </a:xfrm>
              <a:custGeom>
                <a:avLst/>
                <a:gdLst/>
                <a:ahLst/>
                <a:cxnLst/>
                <a:rect l="l" t="t" r="r" b="b"/>
                <a:pathLst>
                  <a:path w="14528" h="13205" extrusionOk="0">
                    <a:moveTo>
                      <a:pt x="906" y="1"/>
                    </a:moveTo>
                    <a:cubicBezTo>
                      <a:pt x="424" y="1"/>
                      <a:pt x="0" y="614"/>
                      <a:pt x="451" y="1028"/>
                    </a:cubicBezTo>
                    <a:cubicBezTo>
                      <a:pt x="4878" y="5089"/>
                      <a:pt x="9301" y="9144"/>
                      <a:pt x="13726" y="13205"/>
                    </a:cubicBezTo>
                    <a:lnTo>
                      <a:pt x="14527" y="13205"/>
                    </a:lnTo>
                    <a:lnTo>
                      <a:pt x="14527" y="12286"/>
                    </a:lnTo>
                    <a:cubicBezTo>
                      <a:pt x="10123" y="8248"/>
                      <a:pt x="5719" y="4207"/>
                      <a:pt x="1313" y="168"/>
                    </a:cubicBezTo>
                    <a:cubicBezTo>
                      <a:pt x="1185" y="50"/>
                      <a:pt x="1043" y="1"/>
                      <a:pt x="9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9"/>
              <p:cNvSpPr/>
              <p:nvPr/>
            </p:nvSpPr>
            <p:spPr>
              <a:xfrm>
                <a:off x="6419268" y="4532563"/>
                <a:ext cx="3401055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151158" h="3136" extrusionOk="0">
                    <a:moveTo>
                      <a:pt x="1568" y="0"/>
                    </a:moveTo>
                    <a:cubicBezTo>
                      <a:pt x="702" y="0"/>
                      <a:pt x="1" y="702"/>
                      <a:pt x="1" y="1567"/>
                    </a:cubicBezTo>
                    <a:cubicBezTo>
                      <a:pt x="1" y="2434"/>
                      <a:pt x="702" y="3136"/>
                      <a:pt x="1568" y="3136"/>
                    </a:cubicBezTo>
                    <a:lnTo>
                      <a:pt x="149589" y="3136"/>
                    </a:lnTo>
                    <a:cubicBezTo>
                      <a:pt x="150455" y="3136"/>
                      <a:pt x="151157" y="2433"/>
                      <a:pt x="151157" y="1567"/>
                    </a:cubicBezTo>
                    <a:cubicBezTo>
                      <a:pt x="151157" y="703"/>
                      <a:pt x="150455" y="1"/>
                      <a:pt x="14958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9"/>
              <p:cNvSpPr/>
              <p:nvPr/>
            </p:nvSpPr>
            <p:spPr>
              <a:xfrm>
                <a:off x="8956886" y="2512648"/>
                <a:ext cx="779625" cy="594248"/>
              </a:xfrm>
              <a:custGeom>
                <a:avLst/>
                <a:gdLst/>
                <a:ahLst/>
                <a:cxnLst/>
                <a:rect l="l" t="t" r="r" b="b"/>
                <a:pathLst>
                  <a:path w="34650" h="26411" extrusionOk="0">
                    <a:moveTo>
                      <a:pt x="1989" y="0"/>
                    </a:moveTo>
                    <a:cubicBezTo>
                      <a:pt x="836" y="0"/>
                      <a:pt x="0" y="937"/>
                      <a:pt x="129" y="2081"/>
                    </a:cubicBezTo>
                    <a:lnTo>
                      <a:pt x="2648" y="24331"/>
                    </a:lnTo>
                    <a:cubicBezTo>
                      <a:pt x="2777" y="25476"/>
                      <a:pt x="3826" y="26411"/>
                      <a:pt x="4978" y="26411"/>
                    </a:cubicBezTo>
                    <a:lnTo>
                      <a:pt x="29691" y="26411"/>
                    </a:lnTo>
                    <a:cubicBezTo>
                      <a:pt x="30842" y="26411"/>
                      <a:pt x="31910" y="25475"/>
                      <a:pt x="32062" y="24334"/>
                    </a:cubicBezTo>
                    <a:lnTo>
                      <a:pt x="34497" y="6227"/>
                    </a:lnTo>
                    <a:cubicBezTo>
                      <a:pt x="34650" y="5086"/>
                      <a:pt x="33832" y="4152"/>
                      <a:pt x="32681" y="4152"/>
                    </a:cubicBezTo>
                    <a:lnTo>
                      <a:pt x="20114" y="4152"/>
                    </a:lnTo>
                    <a:lnTo>
                      <a:pt x="20114" y="4155"/>
                    </a:lnTo>
                    <a:cubicBezTo>
                      <a:pt x="18961" y="4155"/>
                      <a:pt x="18021" y="3222"/>
                      <a:pt x="18021" y="2078"/>
                    </a:cubicBezTo>
                    <a:cubicBezTo>
                      <a:pt x="18021" y="937"/>
                      <a:pt x="17077" y="0"/>
                      <a:pt x="159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8913123" y="2512648"/>
                <a:ext cx="779625" cy="594248"/>
              </a:xfrm>
              <a:custGeom>
                <a:avLst/>
                <a:gdLst/>
                <a:ahLst/>
                <a:cxnLst/>
                <a:rect l="l" t="t" r="r" b="b"/>
                <a:pathLst>
                  <a:path w="34650" h="26411" extrusionOk="0">
                    <a:moveTo>
                      <a:pt x="1987" y="0"/>
                    </a:moveTo>
                    <a:cubicBezTo>
                      <a:pt x="835" y="0"/>
                      <a:pt x="0" y="937"/>
                      <a:pt x="128" y="2081"/>
                    </a:cubicBezTo>
                    <a:lnTo>
                      <a:pt x="2647" y="24331"/>
                    </a:lnTo>
                    <a:cubicBezTo>
                      <a:pt x="2776" y="25476"/>
                      <a:pt x="3824" y="26411"/>
                      <a:pt x="4978" y="26411"/>
                    </a:cubicBezTo>
                    <a:lnTo>
                      <a:pt x="29691" y="26411"/>
                    </a:lnTo>
                    <a:cubicBezTo>
                      <a:pt x="30843" y="26411"/>
                      <a:pt x="31909" y="25475"/>
                      <a:pt x="32063" y="24334"/>
                    </a:cubicBezTo>
                    <a:lnTo>
                      <a:pt x="34498" y="6227"/>
                    </a:lnTo>
                    <a:cubicBezTo>
                      <a:pt x="34650" y="5086"/>
                      <a:pt x="33833" y="4152"/>
                      <a:pt x="32680" y="4152"/>
                    </a:cubicBezTo>
                    <a:lnTo>
                      <a:pt x="20113" y="4152"/>
                    </a:lnTo>
                    <a:lnTo>
                      <a:pt x="20113" y="4155"/>
                    </a:lnTo>
                    <a:cubicBezTo>
                      <a:pt x="18961" y="4155"/>
                      <a:pt x="18019" y="3222"/>
                      <a:pt x="18019" y="2078"/>
                    </a:cubicBezTo>
                    <a:cubicBezTo>
                      <a:pt x="18019" y="937"/>
                      <a:pt x="17075" y="0"/>
                      <a:pt x="159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7285012" y="2777256"/>
                <a:ext cx="1544355" cy="1338450"/>
              </a:xfrm>
              <a:custGeom>
                <a:avLst/>
                <a:gdLst/>
                <a:ahLst/>
                <a:cxnLst/>
                <a:rect l="l" t="t" r="r" b="b"/>
                <a:pathLst>
                  <a:path w="61898" h="53753" extrusionOk="0">
                    <a:moveTo>
                      <a:pt x="30950" y="0"/>
                    </a:moveTo>
                    <a:cubicBezTo>
                      <a:pt x="28754" y="1744"/>
                      <a:pt x="20519" y="7692"/>
                      <a:pt x="10168" y="7862"/>
                    </a:cubicBezTo>
                    <a:cubicBezTo>
                      <a:pt x="10168" y="7862"/>
                      <a:pt x="1" y="42385"/>
                      <a:pt x="30950" y="53752"/>
                    </a:cubicBezTo>
                    <a:cubicBezTo>
                      <a:pt x="61898" y="42385"/>
                      <a:pt x="51730" y="7862"/>
                      <a:pt x="51730" y="7862"/>
                    </a:cubicBezTo>
                    <a:cubicBezTo>
                      <a:pt x="41380" y="7692"/>
                      <a:pt x="33146" y="1744"/>
                      <a:pt x="309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7773898" y="3184982"/>
                <a:ext cx="599049" cy="468917"/>
              </a:xfrm>
              <a:custGeom>
                <a:avLst/>
                <a:gdLst/>
                <a:ahLst/>
                <a:cxnLst/>
                <a:rect l="l" t="t" r="r" b="b"/>
                <a:pathLst>
                  <a:path w="24010" h="18832" extrusionOk="0">
                    <a:moveTo>
                      <a:pt x="21357" y="1"/>
                    </a:moveTo>
                    <a:lnTo>
                      <a:pt x="9034" y="14110"/>
                    </a:lnTo>
                    <a:lnTo>
                      <a:pt x="2048" y="9121"/>
                    </a:lnTo>
                    <a:lnTo>
                      <a:pt x="0" y="11987"/>
                    </a:lnTo>
                    <a:lnTo>
                      <a:pt x="9587" y="18831"/>
                    </a:lnTo>
                    <a:lnTo>
                      <a:pt x="24009" y="2319"/>
                    </a:lnTo>
                    <a:lnTo>
                      <a:pt x="2135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7852913" y="2961810"/>
                <a:ext cx="976443" cy="1153891"/>
              </a:xfrm>
              <a:custGeom>
                <a:avLst/>
                <a:gdLst/>
                <a:ahLst/>
                <a:cxnLst/>
                <a:rect l="l" t="t" r="r" b="b"/>
                <a:pathLst>
                  <a:path w="39136" h="46341" extrusionOk="0">
                    <a:moveTo>
                      <a:pt x="24380" y="0"/>
                    </a:moveTo>
                    <a:cubicBezTo>
                      <a:pt x="24919" y="13103"/>
                      <a:pt x="21662" y="32654"/>
                      <a:pt x="0" y="42228"/>
                    </a:cubicBezTo>
                    <a:cubicBezTo>
                      <a:pt x="2344" y="43794"/>
                      <a:pt x="5052" y="45188"/>
                      <a:pt x="8188" y="46340"/>
                    </a:cubicBezTo>
                    <a:cubicBezTo>
                      <a:pt x="39136" y="34973"/>
                      <a:pt x="28968" y="450"/>
                      <a:pt x="28968" y="450"/>
                    </a:cubicBezTo>
                    <a:cubicBezTo>
                      <a:pt x="27384" y="423"/>
                      <a:pt x="25851" y="260"/>
                      <a:pt x="243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9"/>
          <p:cNvSpPr txBox="1">
            <a:spLocks noGrp="1"/>
          </p:cNvSpPr>
          <p:nvPr>
            <p:ph type="title"/>
          </p:nvPr>
        </p:nvSpPr>
        <p:spPr>
          <a:xfrm>
            <a:off x="5727778" y="411100"/>
            <a:ext cx="2857421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THỰC HÀNH</a:t>
            </a:r>
            <a:endParaRPr dirty="0"/>
          </a:p>
        </p:txBody>
      </p:sp>
      <p:sp>
        <p:nvSpPr>
          <p:cNvPr id="90" name="Freeform 3">
            <a:extLst>
              <a:ext uri="{FF2B5EF4-FFF2-40B4-BE49-F238E27FC236}">
                <a16:creationId xmlns:a16="http://schemas.microsoft.com/office/drawing/2014/main" id="{E4C6971D-C464-4CCC-A4B6-5B2EDABD0DF5}"/>
              </a:ext>
            </a:extLst>
          </p:cNvPr>
          <p:cNvSpPr/>
          <p:nvPr/>
        </p:nvSpPr>
        <p:spPr>
          <a:xfrm>
            <a:off x="179817" y="442198"/>
            <a:ext cx="2585349" cy="1727964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chemeClr val="bg2">
                <a:lumMod val="60000"/>
                <a:lumOff val="40000"/>
              </a:schemeClr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1: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Chuẩn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bị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môi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trường</a:t>
            </a:r>
            <a:endParaRPr lang="vi-VN" sz="14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Dùng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VirtualBox (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máy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server)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hoặc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máy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thật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client).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Tạo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máy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Ubuntu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cấu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hình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card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mạng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sp>
        <p:nvSpPr>
          <p:cNvPr id="92" name="Freeform 3">
            <a:extLst>
              <a:ext uri="{FF2B5EF4-FFF2-40B4-BE49-F238E27FC236}">
                <a16:creationId xmlns:a16="http://schemas.microsoft.com/office/drawing/2014/main" id="{8632819B-C881-4E6F-AA81-1FA038B51E24}"/>
              </a:ext>
            </a:extLst>
          </p:cNvPr>
          <p:cNvSpPr/>
          <p:nvPr/>
        </p:nvSpPr>
        <p:spPr>
          <a:xfrm>
            <a:off x="3015351" y="1160913"/>
            <a:ext cx="2857420" cy="1319775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rgbClr val="2A91D0"/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2: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Cài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đặt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Ubuntu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và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cập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nhật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hệ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thống</a:t>
            </a:r>
            <a:endParaRPr lang="vi-VN" sz="14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Cài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Ubuntu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Server/Desktop.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Cập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nhật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apt update &amp;&amp;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apt upgrade -y.</a:t>
            </a:r>
          </a:p>
        </p:txBody>
      </p:sp>
      <p:sp>
        <p:nvSpPr>
          <p:cNvPr id="93" name="Freeform 3">
            <a:extLst>
              <a:ext uri="{FF2B5EF4-FFF2-40B4-BE49-F238E27FC236}">
                <a16:creationId xmlns:a16="http://schemas.microsoft.com/office/drawing/2014/main" id="{9440B677-AA32-4509-872C-848B6C074870}"/>
              </a:ext>
            </a:extLst>
          </p:cNvPr>
          <p:cNvSpPr/>
          <p:nvPr/>
        </p:nvSpPr>
        <p:spPr>
          <a:xfrm>
            <a:off x="6122956" y="1510275"/>
            <a:ext cx="2857420" cy="1319775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rgbClr val="2683BC"/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3: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Cài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đặt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DHCP Server (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isc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dhcp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-Server)</a:t>
            </a:r>
          </a:p>
          <a:p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Cài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đặt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DHCP Server (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isc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-server)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apt install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isc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-server -y</a:t>
            </a:r>
          </a:p>
        </p:txBody>
      </p:sp>
      <p:sp>
        <p:nvSpPr>
          <p:cNvPr id="94" name="Freeform 3">
            <a:extLst>
              <a:ext uri="{FF2B5EF4-FFF2-40B4-BE49-F238E27FC236}">
                <a16:creationId xmlns:a16="http://schemas.microsoft.com/office/drawing/2014/main" id="{3AEC0622-FB9B-4019-A223-0030AB2B3284}"/>
              </a:ext>
            </a:extLst>
          </p:cNvPr>
          <p:cNvSpPr/>
          <p:nvPr/>
        </p:nvSpPr>
        <p:spPr>
          <a:xfrm>
            <a:off x="1108363" y="3048081"/>
            <a:ext cx="7114309" cy="1665537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rgbClr val="237AAF"/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4: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Cấu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hình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DHCP Server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Mở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file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cấu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hình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nano /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etc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dhcpd.conf</a:t>
            </a:r>
            <a:endParaRPr lang="en-US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Khai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báo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dải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IP: subnet 192.168.1.0 netmask 255.255.255.0 { range 192.168.1.100 192.168.1.200; option routers 192.168.1.1; option domain-name-servers 192.168.1.10; }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Chọn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interface: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nano /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etc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/default/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isc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-server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Khởi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động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systemctl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restart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isc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-server</a:t>
            </a:r>
          </a:p>
        </p:txBody>
      </p:sp>
    </p:spTree>
    <p:extLst>
      <p:ext uri="{BB962C8B-B14F-4D97-AF65-F5344CB8AC3E}">
        <p14:creationId xmlns:p14="http://schemas.microsoft.com/office/powerpoint/2010/main" val="714522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9"/>
          <p:cNvSpPr txBox="1">
            <a:spLocks noGrp="1"/>
          </p:cNvSpPr>
          <p:nvPr>
            <p:ph type="title"/>
          </p:nvPr>
        </p:nvSpPr>
        <p:spPr>
          <a:xfrm>
            <a:off x="5727778" y="411100"/>
            <a:ext cx="2857421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THỰC HÀNH</a:t>
            </a:r>
            <a:endParaRPr dirty="0"/>
          </a:p>
        </p:txBody>
      </p:sp>
      <p:sp>
        <p:nvSpPr>
          <p:cNvPr id="90" name="Freeform 3">
            <a:extLst>
              <a:ext uri="{FF2B5EF4-FFF2-40B4-BE49-F238E27FC236}">
                <a16:creationId xmlns:a16="http://schemas.microsoft.com/office/drawing/2014/main" id="{E4C6971D-C464-4CCC-A4B6-5B2EDABD0DF5}"/>
              </a:ext>
            </a:extLst>
          </p:cNvPr>
          <p:cNvSpPr/>
          <p:nvPr/>
        </p:nvSpPr>
        <p:spPr>
          <a:xfrm>
            <a:off x="865154" y="725233"/>
            <a:ext cx="3682963" cy="1319775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chemeClr val="bg2">
                <a:lumMod val="60000"/>
                <a:lumOff val="40000"/>
              </a:schemeClr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5: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Kiểm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tra DHCP trên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máy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Client</a:t>
            </a:r>
            <a:endParaRPr lang="vi-VN" sz="14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Đặt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client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về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chế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nhận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tự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động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Kiểm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IP: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</a:t>
            </a:r>
          </a:p>
        </p:txBody>
      </p:sp>
      <p:sp>
        <p:nvSpPr>
          <p:cNvPr id="92" name="Freeform 3">
            <a:extLst>
              <a:ext uri="{FF2B5EF4-FFF2-40B4-BE49-F238E27FC236}">
                <a16:creationId xmlns:a16="http://schemas.microsoft.com/office/drawing/2014/main" id="{8632819B-C881-4E6F-AA81-1FA038B51E24}"/>
              </a:ext>
            </a:extLst>
          </p:cNvPr>
          <p:cNvSpPr/>
          <p:nvPr/>
        </p:nvSpPr>
        <p:spPr>
          <a:xfrm>
            <a:off x="5019398" y="1077786"/>
            <a:ext cx="2946965" cy="1319775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rgbClr val="2A91D0"/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6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Cài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đặt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DNS Server (BIND9)</a:t>
            </a:r>
          </a:p>
          <a:p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Cài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Ubuntu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Server/Desktop.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Cập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nhật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apt update &amp;&amp;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apt upgrade -y.</a:t>
            </a:r>
          </a:p>
        </p:txBody>
      </p:sp>
      <p:sp>
        <p:nvSpPr>
          <p:cNvPr id="93" name="Freeform 3">
            <a:extLst>
              <a:ext uri="{FF2B5EF4-FFF2-40B4-BE49-F238E27FC236}">
                <a16:creationId xmlns:a16="http://schemas.microsoft.com/office/drawing/2014/main" id="{9440B677-AA32-4509-872C-848B6C074870}"/>
              </a:ext>
            </a:extLst>
          </p:cNvPr>
          <p:cNvSpPr/>
          <p:nvPr/>
        </p:nvSpPr>
        <p:spPr>
          <a:xfrm>
            <a:off x="865153" y="2495821"/>
            <a:ext cx="3682963" cy="1936302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rgbClr val="2683BC"/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7: </a:t>
            </a:r>
            <a:r>
              <a:rPr lang="vi-VN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Cấu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hình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DNS (</a:t>
            </a:r>
            <a:r>
              <a:rPr lang="vi-VN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Forward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&amp; </a:t>
            </a:r>
            <a:r>
              <a:rPr lang="vi-VN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Reverse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Zone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)</a:t>
            </a:r>
            <a:endParaRPr lang="vi-VN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Khai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báo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zone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trong: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nano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/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etc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bind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named.conf.local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Tạo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file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zone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cho tên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miền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file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zone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ngược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Restart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DNS: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sudo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systemctl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restart</a:t>
            </a:r>
            <a:r>
              <a:rPr lang="vi-VN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bind9</a:t>
            </a:r>
          </a:p>
          <a:p>
            <a:endParaRPr lang="en-US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4" name="Freeform 3">
            <a:extLst>
              <a:ext uri="{FF2B5EF4-FFF2-40B4-BE49-F238E27FC236}">
                <a16:creationId xmlns:a16="http://schemas.microsoft.com/office/drawing/2014/main" id="{3AEC0622-FB9B-4019-A223-0030AB2B3284}"/>
              </a:ext>
            </a:extLst>
          </p:cNvPr>
          <p:cNvSpPr/>
          <p:nvPr/>
        </p:nvSpPr>
        <p:spPr>
          <a:xfrm>
            <a:off x="5019398" y="2874901"/>
            <a:ext cx="2946965" cy="1406154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rgbClr val="237AAF"/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8: </a:t>
            </a:r>
            <a:r>
              <a:rPr lang="vi-VN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Kiểm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tra phân </a:t>
            </a:r>
            <a:r>
              <a:rPr lang="vi-VN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giải</a:t>
            </a:r>
            <a:r>
              <a:rPr lang="vi-VN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DNS</a:t>
            </a:r>
          </a:p>
          <a:p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ping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server.local</a:t>
            </a:r>
            <a:endParaRPr lang="en-US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nslookup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server.local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nslookup</a:t>
            </a:r>
            <a:r>
              <a:rPr lang="en-US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192.168.1.20</a:t>
            </a:r>
          </a:p>
          <a:p>
            <a:endParaRPr lang="en-US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6471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9"/>
          <p:cNvSpPr txBox="1">
            <a:spLocks noGrp="1"/>
          </p:cNvSpPr>
          <p:nvPr>
            <p:ph type="title"/>
          </p:nvPr>
        </p:nvSpPr>
        <p:spPr>
          <a:xfrm>
            <a:off x="5727778" y="411100"/>
            <a:ext cx="2857421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THỰC HÀNH</a:t>
            </a:r>
            <a:endParaRPr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E13487B0-B749-415B-9E55-B4C441F1153B}"/>
              </a:ext>
            </a:extLst>
          </p:cNvPr>
          <p:cNvSpPr/>
          <p:nvPr/>
        </p:nvSpPr>
        <p:spPr>
          <a:xfrm>
            <a:off x="297649" y="1469070"/>
            <a:ext cx="3918216" cy="2284783"/>
          </a:xfrm>
          <a:custGeom>
            <a:avLst/>
            <a:gdLst/>
            <a:ahLst/>
            <a:cxnLst/>
            <a:rect l="l" t="t" r="r" b="b"/>
            <a:pathLst>
              <a:path w="7973751" h="4672517">
                <a:moveTo>
                  <a:pt x="0" y="0"/>
                </a:moveTo>
                <a:lnTo>
                  <a:pt x="7973751" y="0"/>
                </a:lnTo>
                <a:lnTo>
                  <a:pt x="7973751" y="4672517"/>
                </a:lnTo>
                <a:lnTo>
                  <a:pt x="0" y="4672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D7FF66B5-ED5B-4CA0-9FEB-9C4215DFE8AE}"/>
              </a:ext>
            </a:extLst>
          </p:cNvPr>
          <p:cNvSpPr/>
          <p:nvPr/>
        </p:nvSpPr>
        <p:spPr>
          <a:xfrm>
            <a:off x="4738279" y="1469070"/>
            <a:ext cx="4108072" cy="2284783"/>
          </a:xfrm>
          <a:custGeom>
            <a:avLst/>
            <a:gdLst/>
            <a:ahLst/>
            <a:cxnLst/>
            <a:rect l="l" t="t" r="r" b="b"/>
            <a:pathLst>
              <a:path w="8187334" h="4672517">
                <a:moveTo>
                  <a:pt x="0" y="0"/>
                </a:moveTo>
                <a:lnTo>
                  <a:pt x="8187333" y="0"/>
                </a:lnTo>
                <a:lnTo>
                  <a:pt x="8187333" y="4672517"/>
                </a:lnTo>
                <a:lnTo>
                  <a:pt x="0" y="4672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82622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9"/>
          <p:cNvSpPr txBox="1">
            <a:spLocks noGrp="1"/>
          </p:cNvSpPr>
          <p:nvPr>
            <p:ph type="title"/>
          </p:nvPr>
        </p:nvSpPr>
        <p:spPr>
          <a:xfrm>
            <a:off x="228678" y="131640"/>
            <a:ext cx="2857421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THỰC HÀNH</a:t>
            </a:r>
            <a:endParaRPr dirty="0"/>
          </a:p>
        </p:txBody>
      </p:sp>
      <p:sp>
        <p:nvSpPr>
          <p:cNvPr id="90" name="Freeform 3">
            <a:extLst>
              <a:ext uri="{FF2B5EF4-FFF2-40B4-BE49-F238E27FC236}">
                <a16:creationId xmlns:a16="http://schemas.microsoft.com/office/drawing/2014/main" id="{E4C6971D-C464-4CCC-A4B6-5B2EDABD0DF5}"/>
              </a:ext>
            </a:extLst>
          </p:cNvPr>
          <p:cNvSpPr/>
          <p:nvPr/>
        </p:nvSpPr>
        <p:spPr>
          <a:xfrm>
            <a:off x="854032" y="1350971"/>
            <a:ext cx="2936560" cy="697167"/>
          </a:xfrm>
          <a:custGeom>
            <a:avLst/>
            <a:gdLst/>
            <a:ahLst/>
            <a:cxnLst/>
            <a:rect l="l" t="t" r="r" b="b"/>
            <a:pathLst>
              <a:path w="2002954" h="1262408">
                <a:moveTo>
                  <a:pt x="2002954" y="59201"/>
                </a:moveTo>
                <a:lnTo>
                  <a:pt x="2002954" y="1203207"/>
                </a:lnTo>
                <a:cubicBezTo>
                  <a:pt x="2002954" y="1235903"/>
                  <a:pt x="1976449" y="1262408"/>
                  <a:pt x="1943753" y="1262408"/>
                </a:cubicBezTo>
                <a:lnTo>
                  <a:pt x="59201" y="1262408"/>
                </a:lnTo>
                <a:cubicBezTo>
                  <a:pt x="26505" y="1262408"/>
                  <a:pt x="0" y="1235903"/>
                  <a:pt x="0" y="1203207"/>
                </a:cubicBezTo>
                <a:lnTo>
                  <a:pt x="0" y="59201"/>
                </a:lnTo>
                <a:cubicBezTo>
                  <a:pt x="0" y="26505"/>
                  <a:pt x="26505" y="0"/>
                  <a:pt x="59201" y="0"/>
                </a:cubicBezTo>
                <a:lnTo>
                  <a:pt x="1943753" y="0"/>
                </a:lnTo>
                <a:cubicBezTo>
                  <a:pt x="1959454" y="0"/>
                  <a:pt x="1974512" y="6237"/>
                  <a:pt x="1985614" y="17340"/>
                </a:cubicBezTo>
                <a:cubicBezTo>
                  <a:pt x="1996716" y="28442"/>
                  <a:pt x="2002954" y="43500"/>
                  <a:pt x="2002954" y="59201"/>
                </a:cubicBezTo>
                <a:close/>
              </a:path>
            </a:pathLst>
          </a:custGeom>
          <a:solidFill>
            <a:srgbClr val="0B4D7F">
              <a:alpha val="0"/>
            </a:srgbClr>
          </a:solidFill>
          <a:ln w="57150" cap="rnd">
            <a:solidFill>
              <a:schemeClr val="bg2">
                <a:lumMod val="60000"/>
                <a:lumOff val="40000"/>
              </a:schemeClr>
            </a:solidFill>
            <a:prstDash val="lgDash"/>
            <a:round/>
          </a:ln>
        </p:spPr>
        <p:txBody>
          <a:bodyPr/>
          <a:lstStyle/>
          <a:p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Bước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9: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Triển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khai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Bash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Script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tự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động</a:t>
            </a:r>
            <a:r>
              <a:rPr lang="vi-VN" sz="14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4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hóa</a:t>
            </a:r>
            <a:endParaRPr lang="vi-VN" sz="14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ED8720BD-869F-4429-9E33-A9CD07965E9D}"/>
              </a:ext>
            </a:extLst>
          </p:cNvPr>
          <p:cNvSpPr/>
          <p:nvPr/>
        </p:nvSpPr>
        <p:spPr>
          <a:xfrm>
            <a:off x="4498819" y="985552"/>
            <a:ext cx="4292441" cy="2125172"/>
          </a:xfrm>
          <a:custGeom>
            <a:avLst/>
            <a:gdLst/>
            <a:ahLst/>
            <a:cxnLst/>
            <a:rect l="l" t="t" r="r" b="b"/>
            <a:pathLst>
              <a:path w="9080342" h="4401620">
                <a:moveTo>
                  <a:pt x="0" y="0"/>
                </a:moveTo>
                <a:lnTo>
                  <a:pt x="9080342" y="0"/>
                </a:lnTo>
                <a:lnTo>
                  <a:pt x="9080342" y="4401620"/>
                </a:lnTo>
                <a:lnTo>
                  <a:pt x="0" y="4401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4458" b="-4305"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1C520AA5-FED6-4DF1-979C-A239947E4022}"/>
              </a:ext>
            </a:extLst>
          </p:cNvPr>
          <p:cNvSpPr/>
          <p:nvPr/>
        </p:nvSpPr>
        <p:spPr>
          <a:xfrm>
            <a:off x="613705" y="3156248"/>
            <a:ext cx="5812495" cy="1686952"/>
          </a:xfrm>
          <a:custGeom>
            <a:avLst/>
            <a:gdLst/>
            <a:ahLst/>
            <a:cxnLst/>
            <a:rect l="l" t="t" r="r" b="b"/>
            <a:pathLst>
              <a:path w="10909767" h="3376251">
                <a:moveTo>
                  <a:pt x="0" y="0"/>
                </a:moveTo>
                <a:lnTo>
                  <a:pt x="10909768" y="0"/>
                </a:lnTo>
                <a:lnTo>
                  <a:pt x="10909768" y="3376251"/>
                </a:lnTo>
                <a:lnTo>
                  <a:pt x="0" y="3376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58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Google Shape;515;p39">
            <a:extLst>
              <a:ext uri="{FF2B5EF4-FFF2-40B4-BE49-F238E27FC236}">
                <a16:creationId xmlns:a16="http://schemas.microsoft.com/office/drawing/2014/main" id="{DBF1E95D-927A-4B40-9AFE-C7A958621A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08341" y="2436319"/>
            <a:ext cx="3082251" cy="697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/>
              <a:t>Script cấu hình DHCP đơn giản</a:t>
            </a:r>
            <a:endParaRPr lang="vi-VN" sz="1800" dirty="0" err="1"/>
          </a:p>
        </p:txBody>
      </p:sp>
      <p:sp>
        <p:nvSpPr>
          <p:cNvPr id="10" name="Google Shape;515;p39">
            <a:extLst>
              <a:ext uri="{FF2B5EF4-FFF2-40B4-BE49-F238E27FC236}">
                <a16:creationId xmlns:a16="http://schemas.microsoft.com/office/drawing/2014/main" id="{75C9B9B1-6FC8-47FB-BB97-103B8D870B2F}"/>
              </a:ext>
            </a:extLst>
          </p:cNvPr>
          <p:cNvSpPr txBox="1">
            <a:spLocks/>
          </p:cNvSpPr>
          <p:nvPr/>
        </p:nvSpPr>
        <p:spPr>
          <a:xfrm>
            <a:off x="5103913" y="286356"/>
            <a:ext cx="3082251" cy="69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Medium"/>
              <a:buNone/>
              <a:defRPr sz="25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indent="0"/>
            <a:r>
              <a:rPr lang="vi-VN" sz="1800"/>
              <a:t> Script kiểm tra trạng thái dịch vụ DNS</a:t>
            </a:r>
            <a:endParaRPr lang="vi-VN" sz="1800" dirty="0" err="1"/>
          </a:p>
        </p:txBody>
      </p:sp>
    </p:spTree>
    <p:extLst>
      <p:ext uri="{BB962C8B-B14F-4D97-AF65-F5344CB8AC3E}">
        <p14:creationId xmlns:p14="http://schemas.microsoft.com/office/powerpoint/2010/main" val="4018160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/>
          <p:nvPr/>
        </p:nvSpPr>
        <p:spPr>
          <a:xfrm>
            <a:off x="5183994" y="1071331"/>
            <a:ext cx="1260000" cy="892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"/>
          <p:cNvSpPr txBox="1">
            <a:spLocks noGrp="1"/>
          </p:cNvSpPr>
          <p:nvPr>
            <p:ph type="title" idx="2"/>
          </p:nvPr>
        </p:nvSpPr>
        <p:spPr>
          <a:xfrm>
            <a:off x="5183994" y="1071331"/>
            <a:ext cx="1260000" cy="892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04</a:t>
            </a:r>
            <a:endParaRPr dirty="0"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4140837" y="2189507"/>
            <a:ext cx="3682529" cy="1600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thuyết</a:t>
            </a:r>
            <a:endParaRPr dirty="0"/>
          </a:p>
        </p:txBody>
      </p:sp>
      <p:grpSp>
        <p:nvGrpSpPr>
          <p:cNvPr id="406" name="Google Shape;406;p37"/>
          <p:cNvGrpSpPr/>
          <p:nvPr/>
        </p:nvGrpSpPr>
        <p:grpSpPr>
          <a:xfrm>
            <a:off x="719988" y="310002"/>
            <a:ext cx="2535031" cy="4523496"/>
            <a:chOff x="719988" y="310002"/>
            <a:chExt cx="2535031" cy="4523496"/>
          </a:xfrm>
        </p:grpSpPr>
        <p:sp>
          <p:nvSpPr>
            <p:cNvPr id="407" name="Google Shape;407;p37"/>
            <p:cNvSpPr/>
            <p:nvPr/>
          </p:nvSpPr>
          <p:spPr>
            <a:xfrm>
              <a:off x="2184511" y="3409533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769890" y="868849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9" name="Google Shape;409;p37"/>
            <p:cNvGrpSpPr/>
            <p:nvPr/>
          </p:nvGrpSpPr>
          <p:grpSpPr>
            <a:xfrm>
              <a:off x="998500" y="1097444"/>
              <a:ext cx="2256519" cy="2948604"/>
              <a:chOff x="1119525" y="2437600"/>
              <a:chExt cx="1296850" cy="1694600"/>
            </a:xfrm>
          </p:grpSpPr>
          <p:sp>
            <p:nvSpPr>
              <p:cNvPr id="410" name="Google Shape;410;p37"/>
              <p:cNvSpPr/>
              <p:nvPr/>
            </p:nvSpPr>
            <p:spPr>
              <a:xfrm>
                <a:off x="1219475" y="2437600"/>
                <a:ext cx="850625" cy="1694600"/>
              </a:xfrm>
              <a:custGeom>
                <a:avLst/>
                <a:gdLst/>
                <a:ahLst/>
                <a:cxnLst/>
                <a:rect l="l" t="t" r="r" b="b"/>
                <a:pathLst>
                  <a:path w="34025" h="67784" extrusionOk="0">
                    <a:moveTo>
                      <a:pt x="4295" y="0"/>
                    </a:moveTo>
                    <a:cubicBezTo>
                      <a:pt x="1934" y="0"/>
                      <a:pt x="1" y="1933"/>
                      <a:pt x="1" y="4295"/>
                    </a:cubicBezTo>
                    <a:lnTo>
                      <a:pt x="1" y="63488"/>
                    </a:lnTo>
                    <a:cubicBezTo>
                      <a:pt x="1" y="65850"/>
                      <a:pt x="1934" y="67783"/>
                      <a:pt x="4295" y="67783"/>
                    </a:cubicBezTo>
                    <a:lnTo>
                      <a:pt x="29730" y="67783"/>
                    </a:lnTo>
                    <a:cubicBezTo>
                      <a:pt x="32091" y="67783"/>
                      <a:pt x="34024" y="65850"/>
                      <a:pt x="34024" y="63488"/>
                    </a:cubicBezTo>
                    <a:lnTo>
                      <a:pt x="34024" y="4295"/>
                    </a:lnTo>
                    <a:cubicBezTo>
                      <a:pt x="34024" y="1933"/>
                      <a:pt x="32091" y="0"/>
                      <a:pt x="29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7"/>
              <p:cNvSpPr/>
              <p:nvPr/>
            </p:nvSpPr>
            <p:spPr>
              <a:xfrm>
                <a:off x="1292050" y="2538575"/>
                <a:ext cx="705425" cy="1401475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9" extrusionOk="0">
                    <a:moveTo>
                      <a:pt x="1" y="1"/>
                    </a:moveTo>
                    <a:lnTo>
                      <a:pt x="1" y="56059"/>
                    </a:lnTo>
                    <a:lnTo>
                      <a:pt x="28217" y="56059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7"/>
              <p:cNvSpPr/>
              <p:nvPr/>
            </p:nvSpPr>
            <p:spPr>
              <a:xfrm>
                <a:off x="1564275" y="4000025"/>
                <a:ext cx="16097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6439" h="2147" extrusionOk="0">
                    <a:moveTo>
                      <a:pt x="1073" y="0"/>
                    </a:moveTo>
                    <a:cubicBezTo>
                      <a:pt x="481" y="0"/>
                      <a:pt x="1" y="481"/>
                      <a:pt x="1" y="1073"/>
                    </a:cubicBezTo>
                    <a:cubicBezTo>
                      <a:pt x="1" y="1666"/>
                      <a:pt x="480" y="2146"/>
                      <a:pt x="1073" y="2146"/>
                    </a:cubicBezTo>
                    <a:lnTo>
                      <a:pt x="5365" y="2146"/>
                    </a:lnTo>
                    <a:cubicBezTo>
                      <a:pt x="5958" y="2146"/>
                      <a:pt x="6439" y="1666"/>
                      <a:pt x="6439" y="1073"/>
                    </a:cubicBezTo>
                    <a:cubicBezTo>
                      <a:pt x="6439" y="481"/>
                      <a:pt x="5960" y="0"/>
                      <a:pt x="53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7"/>
              <p:cNvSpPr/>
              <p:nvPr/>
            </p:nvSpPr>
            <p:spPr>
              <a:xfrm>
                <a:off x="1292050" y="2538600"/>
                <a:ext cx="705425" cy="1401450"/>
              </a:xfrm>
              <a:custGeom>
                <a:avLst/>
                <a:gdLst/>
                <a:ahLst/>
                <a:cxnLst/>
                <a:rect l="l" t="t" r="r" b="b"/>
                <a:pathLst>
                  <a:path w="28217" h="56058" extrusionOk="0">
                    <a:moveTo>
                      <a:pt x="28217" y="1"/>
                    </a:moveTo>
                    <a:lnTo>
                      <a:pt x="1" y="56058"/>
                    </a:lnTo>
                    <a:lnTo>
                      <a:pt x="28217" y="56058"/>
                    </a:lnTo>
                    <a:lnTo>
                      <a:pt x="2821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7"/>
              <p:cNvSpPr/>
              <p:nvPr/>
            </p:nvSpPr>
            <p:spPr>
              <a:xfrm>
                <a:off x="1589550" y="2745875"/>
                <a:ext cx="826825" cy="717975"/>
              </a:xfrm>
              <a:custGeom>
                <a:avLst/>
                <a:gdLst/>
                <a:ahLst/>
                <a:cxnLst/>
                <a:rect l="l" t="t" r="r" b="b"/>
                <a:pathLst>
                  <a:path w="33073" h="28719" extrusionOk="0">
                    <a:moveTo>
                      <a:pt x="16536" y="1"/>
                    </a:moveTo>
                    <a:cubicBezTo>
                      <a:pt x="15362" y="932"/>
                      <a:pt x="10963" y="4109"/>
                      <a:pt x="5433" y="4199"/>
                    </a:cubicBezTo>
                    <a:cubicBezTo>
                      <a:pt x="5433" y="4199"/>
                      <a:pt x="1" y="22645"/>
                      <a:pt x="16536" y="28719"/>
                    </a:cubicBezTo>
                    <a:cubicBezTo>
                      <a:pt x="33072" y="22645"/>
                      <a:pt x="27639" y="4199"/>
                      <a:pt x="27639" y="4199"/>
                    </a:cubicBezTo>
                    <a:cubicBezTo>
                      <a:pt x="22109" y="4108"/>
                      <a:pt x="17708" y="931"/>
                      <a:pt x="165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7"/>
              <p:cNvSpPr/>
              <p:nvPr/>
            </p:nvSpPr>
            <p:spPr>
              <a:xfrm>
                <a:off x="1626925" y="2772500"/>
                <a:ext cx="752025" cy="662575"/>
              </a:xfrm>
              <a:custGeom>
                <a:avLst/>
                <a:gdLst/>
                <a:ahLst/>
                <a:cxnLst/>
                <a:rect l="l" t="t" r="r" b="b"/>
                <a:pathLst>
                  <a:path w="30081" h="26503" extrusionOk="0">
                    <a:moveTo>
                      <a:pt x="15041" y="0"/>
                    </a:moveTo>
                    <a:lnTo>
                      <a:pt x="14800" y="191"/>
                    </a:lnTo>
                    <a:cubicBezTo>
                      <a:pt x="13743" y="1030"/>
                      <a:pt x="9925" y="3772"/>
                      <a:pt x="5140" y="3850"/>
                    </a:cubicBezTo>
                    <a:lnTo>
                      <a:pt x="4855" y="3855"/>
                    </a:lnTo>
                    <a:lnTo>
                      <a:pt x="4773" y="4128"/>
                    </a:lnTo>
                    <a:cubicBezTo>
                      <a:pt x="4723" y="4297"/>
                      <a:pt x="1" y="20979"/>
                      <a:pt x="14906" y="26452"/>
                    </a:cubicBezTo>
                    <a:lnTo>
                      <a:pt x="15041" y="26502"/>
                    </a:lnTo>
                    <a:lnTo>
                      <a:pt x="15175" y="26452"/>
                    </a:lnTo>
                    <a:cubicBezTo>
                      <a:pt x="30081" y="20979"/>
                      <a:pt x="25357" y="4297"/>
                      <a:pt x="25308" y="4128"/>
                    </a:cubicBezTo>
                    <a:lnTo>
                      <a:pt x="25228" y="3855"/>
                    </a:lnTo>
                    <a:lnTo>
                      <a:pt x="24943" y="3850"/>
                    </a:lnTo>
                    <a:cubicBezTo>
                      <a:pt x="20155" y="3772"/>
                      <a:pt x="16340" y="1030"/>
                      <a:pt x="15283" y="191"/>
                    </a:cubicBezTo>
                    <a:lnTo>
                      <a:pt x="150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7"/>
              <p:cNvSpPr/>
              <p:nvPr/>
            </p:nvSpPr>
            <p:spPr>
              <a:xfrm>
                <a:off x="1914400" y="2925375"/>
                <a:ext cx="177100" cy="174150"/>
              </a:xfrm>
              <a:custGeom>
                <a:avLst/>
                <a:gdLst/>
                <a:ahLst/>
                <a:cxnLst/>
                <a:rect l="l" t="t" r="r" b="b"/>
                <a:pathLst>
                  <a:path w="7084" h="6966" extrusionOk="0">
                    <a:moveTo>
                      <a:pt x="4036" y="913"/>
                    </a:moveTo>
                    <a:cubicBezTo>
                      <a:pt x="5213" y="913"/>
                      <a:pt x="6168" y="1871"/>
                      <a:pt x="6168" y="3046"/>
                    </a:cubicBezTo>
                    <a:lnTo>
                      <a:pt x="6168" y="3918"/>
                    </a:lnTo>
                    <a:cubicBezTo>
                      <a:pt x="6168" y="5095"/>
                      <a:pt x="5213" y="6052"/>
                      <a:pt x="4036" y="6052"/>
                    </a:cubicBezTo>
                    <a:lnTo>
                      <a:pt x="3049" y="6052"/>
                    </a:lnTo>
                    <a:cubicBezTo>
                      <a:pt x="1872" y="6052"/>
                      <a:pt x="915" y="5095"/>
                      <a:pt x="915" y="3918"/>
                    </a:cubicBezTo>
                    <a:lnTo>
                      <a:pt x="915" y="3046"/>
                    </a:lnTo>
                    <a:cubicBezTo>
                      <a:pt x="915" y="1869"/>
                      <a:pt x="1872" y="913"/>
                      <a:pt x="3049" y="913"/>
                    </a:cubicBezTo>
                    <a:close/>
                    <a:moveTo>
                      <a:pt x="3047" y="1"/>
                    </a:moveTo>
                    <a:cubicBezTo>
                      <a:pt x="1366" y="1"/>
                      <a:pt x="1" y="1366"/>
                      <a:pt x="1" y="3046"/>
                    </a:cubicBezTo>
                    <a:lnTo>
                      <a:pt x="1" y="3918"/>
                    </a:lnTo>
                    <a:cubicBezTo>
                      <a:pt x="1" y="5599"/>
                      <a:pt x="1366" y="6965"/>
                      <a:pt x="3047" y="6965"/>
                    </a:cubicBezTo>
                    <a:lnTo>
                      <a:pt x="4035" y="6965"/>
                    </a:lnTo>
                    <a:cubicBezTo>
                      <a:pt x="5715" y="6965"/>
                      <a:pt x="7083" y="5599"/>
                      <a:pt x="7081" y="3918"/>
                    </a:cubicBezTo>
                    <a:lnTo>
                      <a:pt x="7081" y="3046"/>
                    </a:lnTo>
                    <a:cubicBezTo>
                      <a:pt x="7081" y="1366"/>
                      <a:pt x="5715" y="1"/>
                      <a:pt x="40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7"/>
              <p:cNvSpPr/>
              <p:nvPr/>
            </p:nvSpPr>
            <p:spPr>
              <a:xfrm>
                <a:off x="1874500" y="3025250"/>
                <a:ext cx="256925" cy="257000"/>
              </a:xfrm>
              <a:custGeom>
                <a:avLst/>
                <a:gdLst/>
                <a:ahLst/>
                <a:cxnLst/>
                <a:rect l="l" t="t" r="r" b="b"/>
                <a:pathLst>
                  <a:path w="10277" h="10280" extrusionOk="0">
                    <a:moveTo>
                      <a:pt x="2987" y="0"/>
                    </a:moveTo>
                    <a:cubicBezTo>
                      <a:pt x="1346" y="0"/>
                      <a:pt x="0" y="1346"/>
                      <a:pt x="0" y="2989"/>
                    </a:cubicBezTo>
                    <a:lnTo>
                      <a:pt x="0" y="7290"/>
                    </a:lnTo>
                    <a:cubicBezTo>
                      <a:pt x="0" y="8934"/>
                      <a:pt x="1344" y="10279"/>
                      <a:pt x="2987" y="10279"/>
                    </a:cubicBezTo>
                    <a:lnTo>
                      <a:pt x="7289" y="10279"/>
                    </a:lnTo>
                    <a:cubicBezTo>
                      <a:pt x="8932" y="10279"/>
                      <a:pt x="10277" y="8934"/>
                      <a:pt x="10277" y="7290"/>
                    </a:cubicBezTo>
                    <a:lnTo>
                      <a:pt x="10277" y="2989"/>
                    </a:lnTo>
                    <a:cubicBezTo>
                      <a:pt x="10277" y="1346"/>
                      <a:pt x="8932" y="0"/>
                      <a:pt x="728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7"/>
              <p:cNvSpPr/>
              <p:nvPr/>
            </p:nvSpPr>
            <p:spPr>
              <a:xfrm>
                <a:off x="1890650" y="3041425"/>
                <a:ext cx="240775" cy="240825"/>
              </a:xfrm>
              <a:custGeom>
                <a:avLst/>
                <a:gdLst/>
                <a:ahLst/>
                <a:cxnLst/>
                <a:rect l="l" t="t" r="r" b="b"/>
                <a:pathLst>
                  <a:path w="9631" h="9633" extrusionOk="0">
                    <a:moveTo>
                      <a:pt x="8491" y="0"/>
                    </a:moveTo>
                    <a:cubicBezTo>
                      <a:pt x="8894" y="512"/>
                      <a:pt x="9138" y="1152"/>
                      <a:pt x="9138" y="1849"/>
                    </a:cubicBezTo>
                    <a:lnTo>
                      <a:pt x="9138" y="6150"/>
                    </a:lnTo>
                    <a:cubicBezTo>
                      <a:pt x="9138" y="7794"/>
                      <a:pt x="7792" y="9139"/>
                      <a:pt x="6150" y="9139"/>
                    </a:cubicBezTo>
                    <a:lnTo>
                      <a:pt x="1847" y="9139"/>
                    </a:lnTo>
                    <a:cubicBezTo>
                      <a:pt x="1151" y="9139"/>
                      <a:pt x="509" y="8896"/>
                      <a:pt x="0" y="8492"/>
                    </a:cubicBezTo>
                    <a:lnTo>
                      <a:pt x="0" y="8492"/>
                    </a:lnTo>
                    <a:cubicBezTo>
                      <a:pt x="547" y="9184"/>
                      <a:pt x="1393" y="9632"/>
                      <a:pt x="2339" y="9632"/>
                    </a:cubicBezTo>
                    <a:lnTo>
                      <a:pt x="6640" y="9632"/>
                    </a:lnTo>
                    <a:cubicBezTo>
                      <a:pt x="8284" y="9632"/>
                      <a:pt x="9630" y="8287"/>
                      <a:pt x="9630" y="6643"/>
                    </a:cubicBezTo>
                    <a:lnTo>
                      <a:pt x="9630" y="2342"/>
                    </a:lnTo>
                    <a:cubicBezTo>
                      <a:pt x="9631" y="1396"/>
                      <a:pt x="9182" y="550"/>
                      <a:pt x="84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7"/>
              <p:cNvSpPr/>
              <p:nvPr/>
            </p:nvSpPr>
            <p:spPr>
              <a:xfrm>
                <a:off x="1964400" y="3085750"/>
                <a:ext cx="77125" cy="151975"/>
              </a:xfrm>
              <a:custGeom>
                <a:avLst/>
                <a:gdLst/>
                <a:ahLst/>
                <a:cxnLst/>
                <a:rect l="l" t="t" r="r" b="b"/>
                <a:pathLst>
                  <a:path w="3085" h="6079" extrusionOk="0">
                    <a:moveTo>
                      <a:pt x="1543" y="1"/>
                    </a:moveTo>
                    <a:cubicBezTo>
                      <a:pt x="691" y="1"/>
                      <a:pt x="1" y="691"/>
                      <a:pt x="1" y="1543"/>
                    </a:cubicBezTo>
                    <a:cubicBezTo>
                      <a:pt x="1" y="2153"/>
                      <a:pt x="359" y="2677"/>
                      <a:pt x="876" y="2927"/>
                    </a:cubicBezTo>
                    <a:lnTo>
                      <a:pt x="110" y="5816"/>
                    </a:lnTo>
                    <a:cubicBezTo>
                      <a:pt x="81" y="5959"/>
                      <a:pt x="177" y="6079"/>
                      <a:pt x="325" y="6079"/>
                    </a:cubicBezTo>
                    <a:lnTo>
                      <a:pt x="2767" y="6079"/>
                    </a:lnTo>
                    <a:cubicBezTo>
                      <a:pt x="2913" y="6079"/>
                      <a:pt x="3010" y="5959"/>
                      <a:pt x="2982" y="5816"/>
                    </a:cubicBezTo>
                    <a:lnTo>
                      <a:pt x="2215" y="2927"/>
                    </a:lnTo>
                    <a:cubicBezTo>
                      <a:pt x="2726" y="2677"/>
                      <a:pt x="3084" y="2153"/>
                      <a:pt x="3084" y="1543"/>
                    </a:cubicBezTo>
                    <a:cubicBezTo>
                      <a:pt x="3084" y="691"/>
                      <a:pt x="2394" y="1"/>
                      <a:pt x="15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7"/>
              <p:cNvSpPr/>
              <p:nvPr/>
            </p:nvSpPr>
            <p:spPr>
              <a:xfrm>
                <a:off x="1131100" y="3216975"/>
                <a:ext cx="427175" cy="389225"/>
              </a:xfrm>
              <a:custGeom>
                <a:avLst/>
                <a:gdLst/>
                <a:ahLst/>
                <a:cxnLst/>
                <a:rect l="l" t="t" r="r" b="b"/>
                <a:pathLst>
                  <a:path w="17087" h="15569" extrusionOk="0">
                    <a:moveTo>
                      <a:pt x="8544" y="1765"/>
                    </a:moveTo>
                    <a:cubicBezTo>
                      <a:pt x="10084" y="1765"/>
                      <a:pt x="11625" y="2353"/>
                      <a:pt x="12800" y="3528"/>
                    </a:cubicBezTo>
                    <a:cubicBezTo>
                      <a:pt x="15151" y="5879"/>
                      <a:pt x="15151" y="9690"/>
                      <a:pt x="12800" y="12040"/>
                    </a:cubicBezTo>
                    <a:cubicBezTo>
                      <a:pt x="11624" y="13216"/>
                      <a:pt x="10083" y="13804"/>
                      <a:pt x="8543" y="13804"/>
                    </a:cubicBezTo>
                    <a:cubicBezTo>
                      <a:pt x="7003" y="13804"/>
                      <a:pt x="5462" y="13216"/>
                      <a:pt x="4288" y="12041"/>
                    </a:cubicBezTo>
                    <a:cubicBezTo>
                      <a:pt x="1937" y="9690"/>
                      <a:pt x="1937" y="5879"/>
                      <a:pt x="4288" y="3528"/>
                    </a:cubicBezTo>
                    <a:cubicBezTo>
                      <a:pt x="5463" y="2353"/>
                      <a:pt x="7004" y="1765"/>
                      <a:pt x="8544" y="1765"/>
                    </a:cubicBezTo>
                    <a:close/>
                    <a:moveTo>
                      <a:pt x="8544" y="1"/>
                    </a:moveTo>
                    <a:cubicBezTo>
                      <a:pt x="6552" y="1"/>
                      <a:pt x="4560" y="761"/>
                      <a:pt x="3041" y="2280"/>
                    </a:cubicBezTo>
                    <a:cubicBezTo>
                      <a:pt x="1" y="5320"/>
                      <a:pt x="1" y="10249"/>
                      <a:pt x="3041" y="13289"/>
                    </a:cubicBezTo>
                    <a:cubicBezTo>
                      <a:pt x="4561" y="14809"/>
                      <a:pt x="6553" y="15569"/>
                      <a:pt x="8545" y="15569"/>
                    </a:cubicBezTo>
                    <a:cubicBezTo>
                      <a:pt x="10537" y="15569"/>
                      <a:pt x="12530" y="14809"/>
                      <a:pt x="14049" y="13289"/>
                    </a:cubicBezTo>
                    <a:cubicBezTo>
                      <a:pt x="17087" y="10249"/>
                      <a:pt x="17087" y="5321"/>
                      <a:pt x="14049" y="2282"/>
                    </a:cubicBezTo>
                    <a:cubicBezTo>
                      <a:pt x="12529" y="761"/>
                      <a:pt x="10537" y="1"/>
                      <a:pt x="85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7"/>
              <p:cNvSpPr/>
              <p:nvPr/>
            </p:nvSpPr>
            <p:spPr>
              <a:xfrm>
                <a:off x="1179500" y="3261100"/>
                <a:ext cx="330400" cy="300975"/>
              </a:xfrm>
              <a:custGeom>
                <a:avLst/>
                <a:gdLst/>
                <a:ahLst/>
                <a:cxnLst/>
                <a:rect l="l" t="t" r="r" b="b"/>
                <a:pathLst>
                  <a:path w="13216" h="12039" extrusionOk="0">
                    <a:moveTo>
                      <a:pt x="6608" y="0"/>
                    </a:moveTo>
                    <a:cubicBezTo>
                      <a:pt x="5068" y="0"/>
                      <a:pt x="3527" y="588"/>
                      <a:pt x="2352" y="1763"/>
                    </a:cubicBezTo>
                    <a:cubicBezTo>
                      <a:pt x="1" y="4114"/>
                      <a:pt x="1" y="7925"/>
                      <a:pt x="2352" y="10276"/>
                    </a:cubicBezTo>
                    <a:cubicBezTo>
                      <a:pt x="3526" y="11451"/>
                      <a:pt x="5067" y="12039"/>
                      <a:pt x="6607" y="12039"/>
                    </a:cubicBezTo>
                    <a:cubicBezTo>
                      <a:pt x="8147" y="12039"/>
                      <a:pt x="9688" y="11451"/>
                      <a:pt x="10864" y="10275"/>
                    </a:cubicBezTo>
                    <a:cubicBezTo>
                      <a:pt x="13215" y="7925"/>
                      <a:pt x="13215" y="4114"/>
                      <a:pt x="10864" y="1763"/>
                    </a:cubicBezTo>
                    <a:cubicBezTo>
                      <a:pt x="9689" y="588"/>
                      <a:pt x="8148" y="0"/>
                      <a:pt x="66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7"/>
              <p:cNvSpPr/>
              <p:nvPr/>
            </p:nvSpPr>
            <p:spPr>
              <a:xfrm>
                <a:off x="1434150" y="3501025"/>
                <a:ext cx="191475" cy="191400"/>
              </a:xfrm>
              <a:custGeom>
                <a:avLst/>
                <a:gdLst/>
                <a:ahLst/>
                <a:cxnLst/>
                <a:rect l="l" t="t" r="r" b="b"/>
                <a:pathLst>
                  <a:path w="7659" h="7656" extrusionOk="0">
                    <a:moveTo>
                      <a:pt x="1357" y="0"/>
                    </a:moveTo>
                    <a:lnTo>
                      <a:pt x="0" y="1356"/>
                    </a:lnTo>
                    <a:lnTo>
                      <a:pt x="6301" y="7656"/>
                    </a:lnTo>
                    <a:lnTo>
                      <a:pt x="7658" y="6301"/>
                    </a:lnTo>
                    <a:lnTo>
                      <a:pt x="13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7"/>
              <p:cNvSpPr/>
              <p:nvPr/>
            </p:nvSpPr>
            <p:spPr>
              <a:xfrm>
                <a:off x="1557750" y="3624625"/>
                <a:ext cx="67875" cy="67800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2712" extrusionOk="0">
                    <a:moveTo>
                      <a:pt x="1357" y="1"/>
                    </a:moveTo>
                    <a:lnTo>
                      <a:pt x="0" y="1357"/>
                    </a:lnTo>
                    <a:lnTo>
                      <a:pt x="1357" y="2712"/>
                    </a:lnTo>
                    <a:lnTo>
                      <a:pt x="2714" y="1357"/>
                    </a:lnTo>
                    <a:lnTo>
                      <a:pt x="135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7"/>
              <p:cNvSpPr/>
              <p:nvPr/>
            </p:nvSpPr>
            <p:spPr>
              <a:xfrm>
                <a:off x="1248675" y="3327200"/>
                <a:ext cx="188775" cy="168725"/>
              </a:xfrm>
              <a:custGeom>
                <a:avLst/>
                <a:gdLst/>
                <a:ahLst/>
                <a:cxnLst/>
                <a:rect l="l" t="t" r="r" b="b"/>
                <a:pathLst>
                  <a:path w="7551" h="6749" extrusionOk="0">
                    <a:moveTo>
                      <a:pt x="3774" y="0"/>
                    </a:moveTo>
                    <a:cubicBezTo>
                      <a:pt x="3125" y="0"/>
                      <a:pt x="2596" y="527"/>
                      <a:pt x="2596" y="1179"/>
                    </a:cubicBezTo>
                    <a:cubicBezTo>
                      <a:pt x="2596" y="1422"/>
                      <a:pt x="2670" y="1648"/>
                      <a:pt x="2795" y="1836"/>
                    </a:cubicBezTo>
                    <a:cubicBezTo>
                      <a:pt x="2633" y="1964"/>
                      <a:pt x="2485" y="2127"/>
                      <a:pt x="2357" y="2313"/>
                    </a:cubicBezTo>
                    <a:cubicBezTo>
                      <a:pt x="1883" y="2014"/>
                      <a:pt x="1408" y="1717"/>
                      <a:pt x="934" y="1419"/>
                    </a:cubicBezTo>
                    <a:cubicBezTo>
                      <a:pt x="897" y="1396"/>
                      <a:pt x="861" y="1386"/>
                      <a:pt x="826" y="1386"/>
                    </a:cubicBezTo>
                    <a:cubicBezTo>
                      <a:pt x="647" y="1386"/>
                      <a:pt x="530" y="1661"/>
                      <a:pt x="722" y="1782"/>
                    </a:cubicBezTo>
                    <a:cubicBezTo>
                      <a:pt x="1198" y="2080"/>
                      <a:pt x="1673" y="2378"/>
                      <a:pt x="2148" y="2678"/>
                    </a:cubicBezTo>
                    <a:cubicBezTo>
                      <a:pt x="1984" y="3026"/>
                      <a:pt x="1879" y="3434"/>
                      <a:pt x="1860" y="3869"/>
                    </a:cubicBezTo>
                    <a:cubicBezTo>
                      <a:pt x="1331" y="3813"/>
                      <a:pt x="799" y="3758"/>
                      <a:pt x="269" y="3703"/>
                    </a:cubicBezTo>
                    <a:cubicBezTo>
                      <a:pt x="260" y="3702"/>
                      <a:pt x="251" y="3701"/>
                      <a:pt x="243" y="3701"/>
                    </a:cubicBezTo>
                    <a:cubicBezTo>
                      <a:pt x="0" y="3701"/>
                      <a:pt x="10" y="4096"/>
                      <a:pt x="269" y="4122"/>
                    </a:cubicBezTo>
                    <a:cubicBezTo>
                      <a:pt x="802" y="4178"/>
                      <a:pt x="1334" y="4232"/>
                      <a:pt x="1867" y="4288"/>
                    </a:cubicBezTo>
                    <a:cubicBezTo>
                      <a:pt x="1896" y="4666"/>
                      <a:pt x="1988" y="5019"/>
                      <a:pt x="2128" y="5330"/>
                    </a:cubicBezTo>
                    <a:cubicBezTo>
                      <a:pt x="1749" y="5684"/>
                      <a:pt x="1369" y="6039"/>
                      <a:pt x="989" y="6393"/>
                    </a:cubicBezTo>
                    <a:cubicBezTo>
                      <a:pt x="835" y="6538"/>
                      <a:pt x="981" y="6749"/>
                      <a:pt x="1147" y="6749"/>
                    </a:cubicBezTo>
                    <a:cubicBezTo>
                      <a:pt x="1194" y="6749"/>
                      <a:pt x="1243" y="6732"/>
                      <a:pt x="1287" y="6691"/>
                    </a:cubicBezTo>
                    <a:cubicBezTo>
                      <a:pt x="1639" y="6364"/>
                      <a:pt x="1988" y="6036"/>
                      <a:pt x="2338" y="5709"/>
                    </a:cubicBezTo>
                    <a:cubicBezTo>
                      <a:pt x="2689" y="6236"/>
                      <a:pt x="3203" y="6570"/>
                      <a:pt x="3776" y="6570"/>
                    </a:cubicBezTo>
                    <a:cubicBezTo>
                      <a:pt x="4350" y="6570"/>
                      <a:pt x="4862" y="6237"/>
                      <a:pt x="5214" y="5709"/>
                    </a:cubicBezTo>
                    <a:cubicBezTo>
                      <a:pt x="5565" y="6036"/>
                      <a:pt x="5915" y="6364"/>
                      <a:pt x="6265" y="6691"/>
                    </a:cubicBezTo>
                    <a:cubicBezTo>
                      <a:pt x="6309" y="6732"/>
                      <a:pt x="6358" y="6749"/>
                      <a:pt x="6406" y="6749"/>
                    </a:cubicBezTo>
                    <a:cubicBezTo>
                      <a:pt x="6571" y="6749"/>
                      <a:pt x="6717" y="6538"/>
                      <a:pt x="6562" y="6393"/>
                    </a:cubicBezTo>
                    <a:cubicBezTo>
                      <a:pt x="6183" y="6039"/>
                      <a:pt x="5804" y="5684"/>
                      <a:pt x="5424" y="5330"/>
                    </a:cubicBezTo>
                    <a:cubicBezTo>
                      <a:pt x="5563" y="5019"/>
                      <a:pt x="5656" y="4666"/>
                      <a:pt x="5685" y="4288"/>
                    </a:cubicBezTo>
                    <a:cubicBezTo>
                      <a:pt x="6219" y="4232"/>
                      <a:pt x="6751" y="4178"/>
                      <a:pt x="7283" y="4122"/>
                    </a:cubicBezTo>
                    <a:cubicBezTo>
                      <a:pt x="7539" y="4096"/>
                      <a:pt x="7551" y="3701"/>
                      <a:pt x="7306" y="3701"/>
                    </a:cubicBezTo>
                    <a:cubicBezTo>
                      <a:pt x="7298" y="3701"/>
                      <a:pt x="7289" y="3702"/>
                      <a:pt x="7280" y="3703"/>
                    </a:cubicBezTo>
                    <a:cubicBezTo>
                      <a:pt x="6751" y="3758"/>
                      <a:pt x="6219" y="3813"/>
                      <a:pt x="5688" y="3869"/>
                    </a:cubicBezTo>
                    <a:cubicBezTo>
                      <a:pt x="5668" y="3434"/>
                      <a:pt x="5565" y="3026"/>
                      <a:pt x="5400" y="2678"/>
                    </a:cubicBezTo>
                    <a:cubicBezTo>
                      <a:pt x="5875" y="2379"/>
                      <a:pt x="6351" y="2080"/>
                      <a:pt x="6827" y="1782"/>
                    </a:cubicBezTo>
                    <a:cubicBezTo>
                      <a:pt x="7019" y="1661"/>
                      <a:pt x="6900" y="1386"/>
                      <a:pt x="6723" y="1386"/>
                    </a:cubicBezTo>
                    <a:cubicBezTo>
                      <a:pt x="6689" y="1386"/>
                      <a:pt x="6653" y="1396"/>
                      <a:pt x="6616" y="1419"/>
                    </a:cubicBezTo>
                    <a:cubicBezTo>
                      <a:pt x="6142" y="1717"/>
                      <a:pt x="5665" y="2014"/>
                      <a:pt x="5191" y="2313"/>
                    </a:cubicBezTo>
                    <a:cubicBezTo>
                      <a:pt x="5063" y="2127"/>
                      <a:pt x="4916" y="1967"/>
                      <a:pt x="4753" y="1836"/>
                    </a:cubicBezTo>
                    <a:cubicBezTo>
                      <a:pt x="4880" y="1649"/>
                      <a:pt x="4953" y="1422"/>
                      <a:pt x="4953" y="1179"/>
                    </a:cubicBezTo>
                    <a:cubicBezTo>
                      <a:pt x="4953" y="528"/>
                      <a:pt x="4426" y="0"/>
                      <a:pt x="37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7"/>
              <p:cNvSpPr/>
              <p:nvPr/>
            </p:nvSpPr>
            <p:spPr>
              <a:xfrm>
                <a:off x="1119525" y="260735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0"/>
                    </a:moveTo>
                    <a:cubicBezTo>
                      <a:pt x="436" y="0"/>
                      <a:pt x="0" y="487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2"/>
                      <a:pt x="2586" y="13722"/>
                    </a:cubicBezTo>
                    <a:lnTo>
                      <a:pt x="15427" y="13722"/>
                    </a:lnTo>
                    <a:cubicBezTo>
                      <a:pt x="16024" y="13722"/>
                      <a:pt x="16580" y="13237"/>
                      <a:pt x="16660" y="12645"/>
                    </a:cubicBezTo>
                    <a:lnTo>
                      <a:pt x="17924" y="3237"/>
                    </a:lnTo>
                    <a:cubicBezTo>
                      <a:pt x="18004" y="2642"/>
                      <a:pt x="17578" y="2159"/>
                      <a:pt x="16979" y="2159"/>
                    </a:cubicBezTo>
                    <a:lnTo>
                      <a:pt x="10452" y="2159"/>
                    </a:lnTo>
                    <a:cubicBezTo>
                      <a:pt x="9854" y="2159"/>
                      <a:pt x="9363" y="1674"/>
                      <a:pt x="9363" y="1079"/>
                    </a:cubicBezTo>
                    <a:cubicBezTo>
                      <a:pt x="9363" y="486"/>
                      <a:pt x="8874" y="0"/>
                      <a:pt x="82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7"/>
              <p:cNvSpPr/>
              <p:nvPr/>
            </p:nvSpPr>
            <p:spPr>
              <a:xfrm>
                <a:off x="1163900" y="2632725"/>
                <a:ext cx="361075" cy="343375"/>
              </a:xfrm>
              <a:custGeom>
                <a:avLst/>
                <a:gdLst/>
                <a:ahLst/>
                <a:cxnLst/>
                <a:rect l="l" t="t" r="r" b="b"/>
                <a:pathLst>
                  <a:path w="14443" h="13735" extrusionOk="0">
                    <a:moveTo>
                      <a:pt x="1" y="0"/>
                    </a:moveTo>
                    <a:lnTo>
                      <a:pt x="1" y="13735"/>
                    </a:lnTo>
                    <a:lnTo>
                      <a:pt x="14443" y="13735"/>
                    </a:lnTo>
                    <a:lnTo>
                      <a:pt x="1444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7"/>
              <p:cNvSpPr/>
              <p:nvPr/>
            </p:nvSpPr>
            <p:spPr>
              <a:xfrm>
                <a:off x="1119525" y="2650100"/>
                <a:ext cx="450100" cy="343075"/>
              </a:xfrm>
              <a:custGeom>
                <a:avLst/>
                <a:gdLst/>
                <a:ahLst/>
                <a:cxnLst/>
                <a:rect l="l" t="t" r="r" b="b"/>
                <a:pathLst>
                  <a:path w="18004" h="13723" extrusionOk="0">
                    <a:moveTo>
                      <a:pt x="1033" y="1"/>
                    </a:moveTo>
                    <a:cubicBezTo>
                      <a:pt x="436" y="1"/>
                      <a:pt x="0" y="488"/>
                      <a:pt x="67" y="1082"/>
                    </a:cubicBezTo>
                    <a:lnTo>
                      <a:pt x="1375" y="12641"/>
                    </a:lnTo>
                    <a:cubicBezTo>
                      <a:pt x="1443" y="13237"/>
                      <a:pt x="1988" y="13723"/>
                      <a:pt x="2586" y="13723"/>
                    </a:cubicBezTo>
                    <a:lnTo>
                      <a:pt x="15427" y="13723"/>
                    </a:lnTo>
                    <a:cubicBezTo>
                      <a:pt x="16024" y="13723"/>
                      <a:pt x="16580" y="13237"/>
                      <a:pt x="16660" y="12645"/>
                    </a:cubicBezTo>
                    <a:lnTo>
                      <a:pt x="17924" y="3236"/>
                    </a:lnTo>
                    <a:cubicBezTo>
                      <a:pt x="18004" y="2643"/>
                      <a:pt x="17578" y="2158"/>
                      <a:pt x="16979" y="2158"/>
                    </a:cubicBezTo>
                    <a:lnTo>
                      <a:pt x="10452" y="2158"/>
                    </a:lnTo>
                    <a:cubicBezTo>
                      <a:pt x="9854" y="2158"/>
                      <a:pt x="9363" y="1673"/>
                      <a:pt x="9363" y="1080"/>
                    </a:cubicBezTo>
                    <a:cubicBezTo>
                      <a:pt x="9363" y="486"/>
                      <a:pt x="8874" y="1"/>
                      <a:pt x="8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7"/>
              <p:cNvSpPr/>
              <p:nvPr/>
            </p:nvSpPr>
            <p:spPr>
              <a:xfrm>
                <a:off x="1490925" y="2704050"/>
                <a:ext cx="78700" cy="289125"/>
              </a:xfrm>
              <a:custGeom>
                <a:avLst/>
                <a:gdLst/>
                <a:ahLst/>
                <a:cxnLst/>
                <a:rect l="l" t="t" r="r" b="b"/>
                <a:pathLst>
                  <a:path w="3148" h="11565" extrusionOk="0">
                    <a:moveTo>
                      <a:pt x="1554" y="0"/>
                    </a:moveTo>
                    <a:cubicBezTo>
                      <a:pt x="2153" y="0"/>
                      <a:pt x="2577" y="485"/>
                      <a:pt x="2498" y="1078"/>
                    </a:cubicBezTo>
                    <a:lnTo>
                      <a:pt x="1233" y="10487"/>
                    </a:lnTo>
                    <a:cubicBezTo>
                      <a:pt x="1154" y="11079"/>
                      <a:pt x="599" y="11565"/>
                      <a:pt x="1" y="11565"/>
                    </a:cubicBezTo>
                    <a:lnTo>
                      <a:pt x="571" y="11565"/>
                    </a:lnTo>
                    <a:cubicBezTo>
                      <a:pt x="1168" y="11565"/>
                      <a:pt x="1724" y="11079"/>
                      <a:pt x="1804" y="10487"/>
                    </a:cubicBezTo>
                    <a:lnTo>
                      <a:pt x="3068" y="1078"/>
                    </a:lnTo>
                    <a:cubicBezTo>
                      <a:pt x="3148" y="485"/>
                      <a:pt x="2723" y="0"/>
                      <a:pt x="2124" y="0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7"/>
              <p:cNvSpPr/>
              <p:nvPr/>
            </p:nvSpPr>
            <p:spPr>
              <a:xfrm>
                <a:off x="1312100" y="2650100"/>
                <a:ext cx="687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750" h="2159" extrusionOk="0">
                    <a:moveTo>
                      <a:pt x="1" y="1"/>
                    </a:moveTo>
                    <a:cubicBezTo>
                      <a:pt x="601" y="1"/>
                      <a:pt x="1090" y="486"/>
                      <a:pt x="1090" y="1080"/>
                    </a:cubicBezTo>
                    <a:cubicBezTo>
                      <a:pt x="1090" y="1673"/>
                      <a:pt x="1579" y="2158"/>
                      <a:pt x="2179" y="2158"/>
                    </a:cubicBezTo>
                    <a:lnTo>
                      <a:pt x="2749" y="2158"/>
                    </a:lnTo>
                    <a:cubicBezTo>
                      <a:pt x="2151" y="2158"/>
                      <a:pt x="1660" y="1673"/>
                      <a:pt x="1660" y="1080"/>
                    </a:cubicBezTo>
                    <a:cubicBezTo>
                      <a:pt x="1660" y="486"/>
                      <a:pt x="1171" y="1"/>
                      <a:pt x="571" y="1"/>
                    </a:cubicBezTo>
                    <a:close/>
                  </a:path>
                </a:pathLst>
              </a:custGeom>
              <a:solidFill>
                <a:srgbClr val="F78A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7"/>
              <p:cNvSpPr/>
              <p:nvPr/>
            </p:nvSpPr>
            <p:spPr>
              <a:xfrm>
                <a:off x="1843075" y="3686325"/>
                <a:ext cx="377925" cy="205925"/>
              </a:xfrm>
              <a:custGeom>
                <a:avLst/>
                <a:gdLst/>
                <a:ahLst/>
                <a:cxnLst/>
                <a:rect l="l" t="t" r="r" b="b"/>
                <a:pathLst>
                  <a:path w="15117" h="8237" extrusionOk="0">
                    <a:moveTo>
                      <a:pt x="1738" y="0"/>
                    </a:moveTo>
                    <a:cubicBezTo>
                      <a:pt x="782" y="0"/>
                      <a:pt x="0" y="782"/>
                      <a:pt x="0" y="1737"/>
                    </a:cubicBezTo>
                    <a:lnTo>
                      <a:pt x="0" y="6500"/>
                    </a:lnTo>
                    <a:cubicBezTo>
                      <a:pt x="0" y="7455"/>
                      <a:pt x="782" y="8237"/>
                      <a:pt x="1738" y="8237"/>
                    </a:cubicBezTo>
                    <a:lnTo>
                      <a:pt x="13379" y="8237"/>
                    </a:lnTo>
                    <a:cubicBezTo>
                      <a:pt x="14333" y="8237"/>
                      <a:pt x="15116" y="7455"/>
                      <a:pt x="15116" y="6500"/>
                    </a:cubicBezTo>
                    <a:lnTo>
                      <a:pt x="15116" y="1737"/>
                    </a:lnTo>
                    <a:cubicBezTo>
                      <a:pt x="15116" y="782"/>
                      <a:pt x="14335" y="0"/>
                      <a:pt x="1337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7"/>
              <p:cNvSpPr/>
              <p:nvPr/>
            </p:nvSpPr>
            <p:spPr>
              <a:xfrm>
                <a:off x="1843000" y="3797900"/>
                <a:ext cx="37800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15120" h="1812" extrusionOk="0">
                    <a:moveTo>
                      <a:pt x="1" y="1"/>
                    </a:moveTo>
                    <a:lnTo>
                      <a:pt x="1" y="1811"/>
                    </a:lnTo>
                    <a:lnTo>
                      <a:pt x="15119" y="1811"/>
                    </a:lnTo>
                    <a:lnTo>
                      <a:pt x="151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7"/>
              <p:cNvSpPr/>
              <p:nvPr/>
            </p:nvSpPr>
            <p:spPr>
              <a:xfrm>
                <a:off x="2088100" y="3720550"/>
                <a:ext cx="94425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3777" h="1674" extrusionOk="0">
                    <a:moveTo>
                      <a:pt x="836" y="1"/>
                    </a:moveTo>
                    <a:cubicBezTo>
                      <a:pt x="375" y="1"/>
                      <a:pt x="1" y="375"/>
                      <a:pt x="1" y="836"/>
                    </a:cubicBezTo>
                    <a:cubicBezTo>
                      <a:pt x="1" y="1300"/>
                      <a:pt x="373" y="1674"/>
                      <a:pt x="836" y="1674"/>
                    </a:cubicBezTo>
                    <a:lnTo>
                      <a:pt x="2938" y="1674"/>
                    </a:lnTo>
                    <a:cubicBezTo>
                      <a:pt x="3402" y="1674"/>
                      <a:pt x="3776" y="1300"/>
                      <a:pt x="3776" y="836"/>
                    </a:cubicBezTo>
                    <a:cubicBezTo>
                      <a:pt x="3776" y="375"/>
                      <a:pt x="3402" y="1"/>
                      <a:pt x="29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7"/>
              <p:cNvSpPr/>
              <p:nvPr/>
            </p:nvSpPr>
            <p:spPr>
              <a:xfrm>
                <a:off x="2123850" y="3720550"/>
                <a:ext cx="5870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2348" h="1674" extrusionOk="0">
                    <a:moveTo>
                      <a:pt x="800" y="1"/>
                    </a:moveTo>
                    <a:lnTo>
                      <a:pt x="0" y="1674"/>
                    </a:lnTo>
                    <a:lnTo>
                      <a:pt x="1511" y="1674"/>
                    </a:lnTo>
                    <a:cubicBezTo>
                      <a:pt x="1973" y="1674"/>
                      <a:pt x="2348" y="1300"/>
                      <a:pt x="2348" y="836"/>
                    </a:cubicBezTo>
                    <a:cubicBezTo>
                      <a:pt x="2346" y="375"/>
                      <a:pt x="1972" y="1"/>
                      <a:pt x="15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7"/>
              <p:cNvSpPr/>
              <p:nvPr/>
            </p:nvSpPr>
            <p:spPr>
              <a:xfrm>
                <a:off x="1889925" y="3733300"/>
                <a:ext cx="120125" cy="8175"/>
              </a:xfrm>
              <a:custGeom>
                <a:avLst/>
                <a:gdLst/>
                <a:ahLst/>
                <a:cxnLst/>
                <a:rect l="l" t="t" r="r" b="b"/>
                <a:pathLst>
                  <a:path w="4805" h="327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4804" y="326"/>
                    </a:lnTo>
                    <a:lnTo>
                      <a:pt x="480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7"/>
              <p:cNvSpPr/>
              <p:nvPr/>
            </p:nvSpPr>
            <p:spPr>
              <a:xfrm>
                <a:off x="1889925" y="3756300"/>
                <a:ext cx="1657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629" h="326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6628" y="326"/>
                    </a:lnTo>
                    <a:lnTo>
                      <a:pt x="662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6" name="Google Shape;436;p37"/>
            <p:cNvSpPr/>
            <p:nvPr/>
          </p:nvSpPr>
          <p:spPr>
            <a:xfrm>
              <a:off x="719988" y="4453731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1101817" y="415722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816779" y="3969852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2720802" y="310002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2499363" y="765978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2817612" y="986278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247;p34">
            <a:extLst>
              <a:ext uri="{FF2B5EF4-FFF2-40B4-BE49-F238E27FC236}">
                <a16:creationId xmlns:a16="http://schemas.microsoft.com/office/drawing/2014/main" id="{FE5842D2-77D4-4543-8333-FFD18E3541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34672" y="3049578"/>
            <a:ext cx="3319049" cy="120941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vi-VN" dirty="0" err="1"/>
              <a:t>Tổng</a:t>
            </a:r>
            <a:r>
              <a:rPr lang="vi-VN" dirty="0"/>
              <a:t> quan </a:t>
            </a:r>
            <a:r>
              <a:rPr lang="vi-VN" dirty="0" err="1"/>
              <a:t>về</a:t>
            </a:r>
            <a:r>
              <a:rPr lang="vi-VN" dirty="0"/>
              <a:t> DNS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vi-VN" dirty="0" err="1"/>
              <a:t>Tổng</a:t>
            </a:r>
            <a:r>
              <a:rPr lang="vi-VN" dirty="0"/>
              <a:t> quan </a:t>
            </a:r>
            <a:r>
              <a:rPr lang="vi-VN" dirty="0" err="1"/>
              <a:t>về</a:t>
            </a:r>
            <a:r>
              <a:rPr lang="vi-VN" dirty="0"/>
              <a:t> DHCP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vi-VN" dirty="0" err="1"/>
              <a:t>Tổng</a:t>
            </a:r>
            <a:r>
              <a:rPr lang="vi-VN" dirty="0"/>
              <a:t> quan </a:t>
            </a:r>
            <a:r>
              <a:rPr lang="vi-VN" dirty="0" err="1"/>
              <a:t>về</a:t>
            </a:r>
            <a:r>
              <a:rPr lang="vi-VN" dirty="0"/>
              <a:t> </a:t>
            </a:r>
            <a:r>
              <a:rPr lang="vi-VN" dirty="0" err="1"/>
              <a:t>Ubuntu</a:t>
            </a:r>
            <a:endParaRPr lang="vi-V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vi-VN" dirty="0" err="1"/>
              <a:t>Bash</a:t>
            </a:r>
            <a:r>
              <a:rPr lang="vi-VN" dirty="0"/>
              <a:t> </a:t>
            </a:r>
            <a:r>
              <a:rPr lang="vi-VN" dirty="0" err="1"/>
              <a:t>Script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4675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451986" y="269544"/>
            <a:ext cx="1542352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DNS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69A74-430B-4D56-8666-FD815B8418DD}"/>
              </a:ext>
            </a:extLst>
          </p:cNvPr>
          <p:cNvSpPr txBox="1"/>
          <p:nvPr/>
        </p:nvSpPr>
        <p:spPr>
          <a:xfrm>
            <a:off x="521259" y="109541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Khái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niệm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DNS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Domain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Name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hệ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thống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ánh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xạ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tên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miền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chỉ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ngược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lại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E380B-A7B6-4965-8B16-FB17D37F4537}"/>
              </a:ext>
            </a:extLst>
          </p:cNvPr>
          <p:cNvSpPr txBox="1"/>
          <p:nvPr/>
        </p:nvSpPr>
        <p:spPr>
          <a:xfrm>
            <a:off x="521259" y="2382927"/>
            <a:ext cx="50829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Vai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trò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Giúp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người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dùng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truy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cập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dịch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vụ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bằng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tên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dễ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nhớ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thay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vì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Hỗ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tuyến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email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nhiều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dịch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vụ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Tăng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tốc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truy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cập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nhờ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cơ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chế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cache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50" name="Picture 2" descr="DNS là gì? Tầm quan trọng của DDNS đối với Camera IP như thế nào?">
            <a:extLst>
              <a:ext uri="{FF2B5EF4-FFF2-40B4-BE49-F238E27FC236}">
                <a16:creationId xmlns:a16="http://schemas.microsoft.com/office/drawing/2014/main" id="{1BB95A50-3481-42BF-AC7E-051881205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163" y="1096241"/>
            <a:ext cx="3151909" cy="2951018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05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451986" y="269544"/>
            <a:ext cx="1542352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DNS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69A74-430B-4D56-8666-FD815B8418DD}"/>
              </a:ext>
            </a:extLst>
          </p:cNvPr>
          <p:cNvSpPr txBox="1"/>
          <p:nvPr/>
        </p:nvSpPr>
        <p:spPr>
          <a:xfrm>
            <a:off x="451986" y="1362115"/>
            <a:ext cx="50829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Cấu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trúc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và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phân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biệt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tên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miền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trúc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phân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Root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TLD (.com, .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→ SLD (google.com) →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Host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Subdomain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  <a:hlinkClick r:id="rId3"/>
              </a:rPr>
              <a:t>www.google.com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Phân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biệt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 Tên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miền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dễ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đọc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cho con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người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chỉ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dạng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số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dùng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cho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máy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tính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danh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liên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DNS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giúp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chuyển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đổi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giữa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hai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loại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này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050" name="Picture 2" descr="DNS là gì? Tầm quan trọng của DDNS đối với Camera IP như thế nào?">
            <a:extLst>
              <a:ext uri="{FF2B5EF4-FFF2-40B4-BE49-F238E27FC236}">
                <a16:creationId xmlns:a16="http://schemas.microsoft.com/office/drawing/2014/main" id="{1BB95A50-3481-42BF-AC7E-051881205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763" y="1096241"/>
            <a:ext cx="3151909" cy="2951018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396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451986" y="269544"/>
            <a:ext cx="1542352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DNS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69A74-430B-4D56-8666-FD815B8418DD}"/>
              </a:ext>
            </a:extLst>
          </p:cNvPr>
          <p:cNvSpPr txBox="1"/>
          <p:nvPr/>
        </p:nvSpPr>
        <p:spPr>
          <a:xfrm>
            <a:off x="334223" y="1177102"/>
            <a:ext cx="40715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Nguyên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lý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hoạt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động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Trình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duyệt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gửi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yêu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cầu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đến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DNS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resolver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Reolver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kiểm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tra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cache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ngay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nếu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có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Nếu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không,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hỏi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Root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TLD →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Authoritative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Server.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Authoritative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→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resolver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trình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duyệt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→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nối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được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lập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E380B-A7B6-4965-8B16-FB17D37F4537}"/>
              </a:ext>
            </a:extLst>
          </p:cNvPr>
          <p:cNvSpPr txBox="1"/>
          <p:nvPr/>
        </p:nvSpPr>
        <p:spPr>
          <a:xfrm>
            <a:off x="4738257" y="1177102"/>
            <a:ext cx="3835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Cách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thức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truy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vấn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Recursive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resolver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thực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hiện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toàn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bộ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Iterative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phần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hướng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dẫn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truy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vấn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tiếp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Caching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lưu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để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lời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nhanh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lần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sau.</a:t>
            </a:r>
          </a:p>
        </p:txBody>
      </p:sp>
    </p:spTree>
    <p:extLst>
      <p:ext uri="{BB962C8B-B14F-4D97-AF65-F5344CB8AC3E}">
        <p14:creationId xmlns:p14="http://schemas.microsoft.com/office/powerpoint/2010/main" val="2969701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451986" y="269544"/>
            <a:ext cx="1542352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/>
              <a:t>DNS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E69A74-430B-4D56-8666-FD815B8418DD}"/>
              </a:ext>
            </a:extLst>
          </p:cNvPr>
          <p:cNvSpPr txBox="1"/>
          <p:nvPr/>
        </p:nvSpPr>
        <p:spPr>
          <a:xfrm>
            <a:off x="451986" y="1225359"/>
            <a:ext cx="59996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Bản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ghi</a:t>
            </a:r>
          </a:p>
          <a:p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loại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bản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ghi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phổ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biến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A, AAAA, CNAME, MX, NS, PTR, SOA, TXT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FE380B-A7B6-4965-8B16-FB17D37F4537}"/>
              </a:ext>
            </a:extLst>
          </p:cNvPr>
          <p:cNvSpPr txBox="1"/>
          <p:nvPr/>
        </p:nvSpPr>
        <p:spPr>
          <a:xfrm>
            <a:off x="1081481" y="2365817"/>
            <a:ext cx="69810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Kiến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trúc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Primary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Master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): lưu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bản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ghi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chính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cho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phép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chỉnh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sửa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Secondary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Slave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): sao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chép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dữ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liệu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dùng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dự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phòng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/chia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tải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Caching-Only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chỉ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lưu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cache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tăng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tốc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truy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vấn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hình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cơ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bản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zone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forward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zone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reverse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zone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3355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451986" y="269544"/>
            <a:ext cx="2075314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DHCP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516AD-638F-4D97-BF19-63C8E87BA2CD}"/>
              </a:ext>
            </a:extLst>
          </p:cNvPr>
          <p:cNvSpPr txBox="1"/>
          <p:nvPr/>
        </p:nvSpPr>
        <p:spPr>
          <a:xfrm>
            <a:off x="950749" y="1259361"/>
            <a:ext cx="29008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Khái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niệm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Dynamic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Host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Configuration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Protocol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giao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thức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tự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phát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chỉ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thông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số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cho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EAE81-ECD0-40E4-8476-4984EA379ECA}"/>
              </a:ext>
            </a:extLst>
          </p:cNvPr>
          <p:cNvSpPr txBox="1"/>
          <p:nvPr/>
        </p:nvSpPr>
        <p:spPr>
          <a:xfrm>
            <a:off x="4770583" y="906835"/>
            <a:ext cx="36922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Chức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năng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Tự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subnet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mask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gateway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DNS cho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máy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trong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Quản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lý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chỉ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tránh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xung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Ưu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điểm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giảm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thao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thủ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công,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kiệm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thời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gian,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tránh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lỗi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Nhược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điểm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phụ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thuộc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vào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;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nếu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lỗi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không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nhận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được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IP.</a:t>
            </a:r>
          </a:p>
          <a:p>
            <a:endParaRPr lang="en-US"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2971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451986" y="269544"/>
            <a:ext cx="2075314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DHCP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516AD-638F-4D97-BF19-63C8E87BA2CD}"/>
              </a:ext>
            </a:extLst>
          </p:cNvPr>
          <p:cNvSpPr txBox="1"/>
          <p:nvPr/>
        </p:nvSpPr>
        <p:spPr>
          <a:xfrm>
            <a:off x="451986" y="1038602"/>
            <a:ext cx="40813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Quá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trình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hoạt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động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hoạt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theo 4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bước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chính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(DORA):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Discover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tìm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DHCP Server trong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Offer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Server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gửi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đề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xuất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cho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Request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chọn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một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đề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xuất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yêu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cầu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Acknowledge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Server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xác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nhận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bắt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đầu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dùng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EAE81-ECD0-40E4-8476-4984EA379ECA}"/>
              </a:ext>
            </a:extLst>
          </p:cNvPr>
          <p:cNvSpPr txBox="1"/>
          <p:nvPr/>
        </p:nvSpPr>
        <p:spPr>
          <a:xfrm>
            <a:off x="4999777" y="1038602"/>
            <a:ext cx="36922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Các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thành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phần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DHCP Server: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máy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chủ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phát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DHCP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Client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bị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nhận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IP.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DHCP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tùy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chọn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chuyển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tiếp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yêu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cầu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DHCP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giữa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khác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nhau.</a:t>
            </a:r>
          </a:p>
        </p:txBody>
      </p:sp>
    </p:spTree>
    <p:extLst>
      <p:ext uri="{BB962C8B-B14F-4D97-AF65-F5344CB8AC3E}">
        <p14:creationId xmlns:p14="http://schemas.microsoft.com/office/powerpoint/2010/main" val="3893310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451986" y="269544"/>
            <a:ext cx="2075314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/>
              <a:t>DHCP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516AD-638F-4D97-BF19-63C8E87BA2CD}"/>
              </a:ext>
            </a:extLst>
          </p:cNvPr>
          <p:cNvSpPr txBox="1"/>
          <p:nvPr/>
        </p:nvSpPr>
        <p:spPr>
          <a:xfrm>
            <a:off x="965200" y="1231899"/>
            <a:ext cx="6281286" cy="267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Cấu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trúc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và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nguyên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lý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hoạt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động</a:t>
            </a:r>
            <a:endParaRPr lang="vi-VN" sz="1800" dirty="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Cơ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chế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động</a:t>
            </a:r>
            <a:endParaRPr lang="vi-VN" sz="1800" b="1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 Server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gán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trong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scope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phạm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vi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phát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Quản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lý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lease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thời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gian IP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được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trước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khi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hạn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File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cấu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hình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chính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etc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</a:t>
            </a:r>
            <a:r>
              <a:rPr lang="vi-VN" sz="18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dhcpd.conf</a:t>
            </a:r>
            <a:endParaRPr lang="vi-VN" sz="1800" b="1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 Khai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báo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scope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dải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cấp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phát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Reservation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gán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IP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cố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cho MAC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cụ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thể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</a:p>
          <a:p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Options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gateway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DNS,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subnet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mask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broadcast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891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578986" y="345744"/>
            <a:ext cx="2075314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Ubuntu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516AD-638F-4D97-BF19-63C8E87BA2CD}"/>
              </a:ext>
            </a:extLst>
          </p:cNvPr>
          <p:cNvSpPr txBox="1"/>
          <p:nvPr/>
        </p:nvSpPr>
        <p:spPr>
          <a:xfrm>
            <a:off x="1023486" y="1279088"/>
            <a:ext cx="624091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Ubuntu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một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hệ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điều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hành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dựa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trên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Linux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miễn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phí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nguồn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mở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nổi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tiếng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với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đặc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điểm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sau: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Tính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phổ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biến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dễ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sử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dụng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lựa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chọn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hàng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đầu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cho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người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mới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dùng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lẫn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chuyên gia.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Ổn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định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Bảo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mật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cao: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Thừa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hưởng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tin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cậy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của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nhân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Linux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Cộng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đồng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lớn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Tài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liệu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phong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phú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Dễ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dàng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tìm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kiếm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hỗ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tài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nguyên.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Khả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năng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tùy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biến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linh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hoạt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Tùy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chỉnh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giao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diện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chức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năng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dễ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dàng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2098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>
            <a:spLocks noGrp="1"/>
          </p:cNvSpPr>
          <p:nvPr>
            <p:ph type="title"/>
          </p:nvPr>
        </p:nvSpPr>
        <p:spPr>
          <a:xfrm>
            <a:off x="578986" y="309458"/>
            <a:ext cx="3307214" cy="738688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err="1"/>
              <a:t>Bash</a:t>
            </a:r>
            <a:r>
              <a:rPr lang="vi-VN" dirty="0"/>
              <a:t> </a:t>
            </a:r>
            <a:r>
              <a:rPr lang="vi-VN" dirty="0" err="1"/>
              <a:t>Script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41575-F57E-4A47-9437-23578F7200EA}"/>
              </a:ext>
            </a:extLst>
          </p:cNvPr>
          <p:cNvSpPr txBox="1"/>
          <p:nvPr/>
        </p:nvSpPr>
        <p:spPr>
          <a:xfrm>
            <a:off x="360218" y="1215564"/>
            <a:ext cx="4267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Định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nghĩa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 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Một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tệp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văn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bản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chứa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một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chuỗi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lệnh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(ngôn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ngữ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dòng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lệnh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phổ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biến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trên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Linux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/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Unix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A7B592-E1BB-4422-A0B1-C7874D433BFA}"/>
              </a:ext>
            </a:extLst>
          </p:cNvPr>
          <p:cNvSpPr txBox="1"/>
          <p:nvPr/>
        </p:nvSpPr>
        <p:spPr>
          <a:xfrm>
            <a:off x="304800" y="2727608"/>
            <a:ext cx="4267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Mục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đích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Tự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động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hóa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vụ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lặp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lại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hoặc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phức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tạp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giúp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kiệm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thời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gian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giảm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lỗi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4A2E0-F93B-4C76-840F-F949A583434D}"/>
              </a:ext>
            </a:extLst>
          </p:cNvPr>
          <p:cNvSpPr txBox="1"/>
          <p:nvPr/>
        </p:nvSpPr>
        <p:spPr>
          <a:xfrm>
            <a:off x="4571999" y="1094422"/>
            <a:ext cx="3531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Vai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trò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Black"/>
                <a:cs typeface="Montserrat Black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Kết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hợp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lệnh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hệ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thống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ví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dụ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ls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thành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một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quy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trình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làm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việc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mạch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để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quản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lý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vận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hành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hệ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thống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4FDB9-2779-4A08-9251-516597E9F18F}"/>
              </a:ext>
            </a:extLst>
          </p:cNvPr>
          <p:cNvSpPr txBox="1"/>
          <p:nvPr/>
        </p:nvSpPr>
        <p:spPr>
          <a:xfrm>
            <a:off x="4572000" y="2608263"/>
            <a:ext cx="3531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Cơ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chế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hoạt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vi-VN" sz="1800" dirty="0" err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động</a:t>
            </a:r>
            <a:r>
              <a:rPr lang="vi-VN" sz="180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Black"/>
                <a:cs typeface="Montserrat Black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Các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lệnh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trong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script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được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trình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thông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dịch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Bash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đọc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thực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thi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lần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lượt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giống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như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gõ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trực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tiếp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vào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vi-VN" sz="18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terminal</a:t>
            </a:r>
            <a:r>
              <a:rPr lang="vi-VN" sz="18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7638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Dự</a:t>
            </a:r>
            <a:r>
              <a:rPr lang="vi-VN" dirty="0"/>
              <a:t> </a:t>
            </a:r>
            <a:r>
              <a:rPr lang="vi-VN" dirty="0" err="1"/>
              <a:t>kiến</a:t>
            </a:r>
            <a:r>
              <a:rPr lang="vi-VN" dirty="0"/>
              <a:t> </a:t>
            </a:r>
            <a:r>
              <a:rPr lang="vi-VN" dirty="0" err="1"/>
              <a:t>kết</a:t>
            </a:r>
            <a:r>
              <a:rPr lang="vi-VN" dirty="0"/>
              <a:t> </a:t>
            </a:r>
            <a:r>
              <a:rPr lang="vi-VN" dirty="0" err="1"/>
              <a:t>quả</a:t>
            </a:r>
            <a:endParaRPr dirty="0"/>
          </a:p>
        </p:txBody>
      </p:sp>
      <p:grpSp>
        <p:nvGrpSpPr>
          <p:cNvPr id="615" name="Google Shape;615;p40"/>
          <p:cNvGrpSpPr/>
          <p:nvPr/>
        </p:nvGrpSpPr>
        <p:grpSpPr>
          <a:xfrm>
            <a:off x="76190" y="76211"/>
            <a:ext cx="1399466" cy="1919431"/>
            <a:chOff x="76190" y="76211"/>
            <a:chExt cx="1399466" cy="1919431"/>
          </a:xfrm>
        </p:grpSpPr>
        <p:sp>
          <p:nvSpPr>
            <p:cNvPr id="616" name="Google Shape;616;p40"/>
            <p:cNvSpPr/>
            <p:nvPr/>
          </p:nvSpPr>
          <p:spPr>
            <a:xfrm>
              <a:off x="76190" y="76211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7" name="Google Shape;617;p40"/>
            <p:cNvGrpSpPr/>
            <p:nvPr/>
          </p:nvGrpSpPr>
          <p:grpSpPr>
            <a:xfrm>
              <a:off x="228600" y="228600"/>
              <a:ext cx="1023557" cy="1199891"/>
              <a:chOff x="112075" y="-185574"/>
              <a:chExt cx="1023557" cy="1199891"/>
            </a:xfrm>
          </p:grpSpPr>
          <p:sp>
            <p:nvSpPr>
              <p:cNvPr id="618" name="Google Shape;618;p40"/>
              <p:cNvSpPr/>
              <p:nvPr/>
            </p:nvSpPr>
            <p:spPr>
              <a:xfrm>
                <a:off x="112075" y="-185574"/>
                <a:ext cx="1023557" cy="437592"/>
              </a:xfrm>
              <a:custGeom>
                <a:avLst/>
                <a:gdLst/>
                <a:ahLst/>
                <a:cxnLst/>
                <a:rect l="l" t="t" r="r" b="b"/>
                <a:pathLst>
                  <a:path w="28277" h="12089" extrusionOk="0">
                    <a:moveTo>
                      <a:pt x="14140" y="1"/>
                    </a:moveTo>
                    <a:lnTo>
                      <a:pt x="0" y="12088"/>
                    </a:lnTo>
                    <a:lnTo>
                      <a:pt x="28277" y="12088"/>
                    </a:lnTo>
                    <a:lnTo>
                      <a:pt x="1414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40"/>
              <p:cNvSpPr/>
              <p:nvPr/>
            </p:nvSpPr>
            <p:spPr>
              <a:xfrm>
                <a:off x="112075" y="251967"/>
                <a:ext cx="1023557" cy="651881"/>
              </a:xfrm>
              <a:custGeom>
                <a:avLst/>
                <a:gdLst/>
                <a:ahLst/>
                <a:cxnLst/>
                <a:rect l="l" t="t" r="r" b="b"/>
                <a:pathLst>
                  <a:path w="28277" h="18009" extrusionOk="0">
                    <a:moveTo>
                      <a:pt x="0" y="0"/>
                    </a:moveTo>
                    <a:lnTo>
                      <a:pt x="0" y="18008"/>
                    </a:lnTo>
                    <a:lnTo>
                      <a:pt x="28277" y="18008"/>
                    </a:lnTo>
                    <a:lnTo>
                      <a:pt x="282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40"/>
              <p:cNvSpPr/>
              <p:nvPr/>
            </p:nvSpPr>
            <p:spPr>
              <a:xfrm>
                <a:off x="112075" y="251967"/>
                <a:ext cx="1023557" cy="437628"/>
              </a:xfrm>
              <a:custGeom>
                <a:avLst/>
                <a:gdLst/>
                <a:ahLst/>
                <a:cxnLst/>
                <a:rect l="l" t="t" r="r" b="b"/>
                <a:pathLst>
                  <a:path w="28277" h="12090" extrusionOk="0">
                    <a:moveTo>
                      <a:pt x="0" y="0"/>
                    </a:moveTo>
                    <a:lnTo>
                      <a:pt x="14140" y="12089"/>
                    </a:lnTo>
                    <a:lnTo>
                      <a:pt x="28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40"/>
              <p:cNvSpPr/>
              <p:nvPr/>
            </p:nvSpPr>
            <p:spPr>
              <a:xfrm>
                <a:off x="245386" y="33233"/>
                <a:ext cx="756926" cy="656369"/>
              </a:xfrm>
              <a:custGeom>
                <a:avLst/>
                <a:gdLst/>
                <a:ahLst/>
                <a:cxnLst/>
                <a:rect l="l" t="t" r="r" b="b"/>
                <a:pathLst>
                  <a:path w="20911" h="18133" extrusionOk="0">
                    <a:moveTo>
                      <a:pt x="1" y="1"/>
                    </a:moveTo>
                    <a:lnTo>
                      <a:pt x="1" y="9194"/>
                    </a:lnTo>
                    <a:lnTo>
                      <a:pt x="10457" y="18132"/>
                    </a:lnTo>
                    <a:lnTo>
                      <a:pt x="20910" y="9194"/>
                    </a:lnTo>
                    <a:lnTo>
                      <a:pt x="2091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40"/>
              <p:cNvSpPr/>
              <p:nvPr/>
            </p:nvSpPr>
            <p:spPr>
              <a:xfrm>
                <a:off x="636561" y="450251"/>
                <a:ext cx="499055" cy="453591"/>
              </a:xfrm>
              <a:custGeom>
                <a:avLst/>
                <a:gdLst/>
                <a:ahLst/>
                <a:cxnLst/>
                <a:rect l="l" t="t" r="r" b="b"/>
                <a:pathLst>
                  <a:path w="13787" h="12531" extrusionOk="0">
                    <a:moveTo>
                      <a:pt x="861" y="1"/>
                    </a:moveTo>
                    <a:cubicBezTo>
                      <a:pt x="403" y="1"/>
                      <a:pt x="0" y="582"/>
                      <a:pt x="428" y="976"/>
                    </a:cubicBezTo>
                    <a:cubicBezTo>
                      <a:pt x="4626" y="4829"/>
                      <a:pt x="8828" y="8680"/>
                      <a:pt x="13028" y="12530"/>
                    </a:cubicBezTo>
                    <a:lnTo>
                      <a:pt x="13787" y="12530"/>
                    </a:lnTo>
                    <a:lnTo>
                      <a:pt x="13787" y="11659"/>
                    </a:lnTo>
                    <a:cubicBezTo>
                      <a:pt x="9606" y="7825"/>
                      <a:pt x="5426" y="3993"/>
                      <a:pt x="1247" y="159"/>
                    </a:cubicBezTo>
                    <a:cubicBezTo>
                      <a:pt x="1126" y="48"/>
                      <a:pt x="991" y="1"/>
                      <a:pt x="8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40"/>
              <p:cNvSpPr/>
              <p:nvPr/>
            </p:nvSpPr>
            <p:spPr>
              <a:xfrm>
                <a:off x="112075" y="450251"/>
                <a:ext cx="502566" cy="453627"/>
              </a:xfrm>
              <a:custGeom>
                <a:avLst/>
                <a:gdLst/>
                <a:ahLst/>
                <a:cxnLst/>
                <a:rect l="l" t="t" r="r" b="b"/>
                <a:pathLst>
                  <a:path w="13884" h="12532" extrusionOk="0">
                    <a:moveTo>
                      <a:pt x="13023" y="1"/>
                    </a:moveTo>
                    <a:cubicBezTo>
                      <a:pt x="12893" y="1"/>
                      <a:pt x="12758" y="48"/>
                      <a:pt x="12637" y="159"/>
                    </a:cubicBezTo>
                    <a:lnTo>
                      <a:pt x="0" y="11748"/>
                    </a:lnTo>
                    <a:lnTo>
                      <a:pt x="0" y="12531"/>
                    </a:lnTo>
                    <a:lnTo>
                      <a:pt x="856" y="12531"/>
                    </a:lnTo>
                    <a:cubicBezTo>
                      <a:pt x="5055" y="8680"/>
                      <a:pt x="9256" y="4829"/>
                      <a:pt x="13455" y="977"/>
                    </a:cubicBezTo>
                    <a:cubicBezTo>
                      <a:pt x="13884" y="582"/>
                      <a:pt x="13481" y="1"/>
                      <a:pt x="130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40"/>
              <p:cNvSpPr/>
              <p:nvPr/>
            </p:nvSpPr>
            <p:spPr>
              <a:xfrm>
                <a:off x="415763" y="175195"/>
                <a:ext cx="416199" cy="409502"/>
              </a:xfrm>
              <a:custGeom>
                <a:avLst/>
                <a:gdLst/>
                <a:ahLst/>
                <a:cxnLst/>
                <a:rect l="l" t="t" r="r" b="b"/>
                <a:pathLst>
                  <a:path w="11498" h="11313" extrusionOk="0">
                    <a:moveTo>
                      <a:pt x="6551" y="1486"/>
                    </a:moveTo>
                    <a:cubicBezTo>
                      <a:pt x="8461" y="1486"/>
                      <a:pt x="10014" y="3039"/>
                      <a:pt x="10014" y="4949"/>
                    </a:cubicBezTo>
                    <a:lnTo>
                      <a:pt x="10014" y="6366"/>
                    </a:lnTo>
                    <a:cubicBezTo>
                      <a:pt x="10014" y="8275"/>
                      <a:pt x="8462" y="9828"/>
                      <a:pt x="6551" y="9828"/>
                    </a:cubicBezTo>
                    <a:lnTo>
                      <a:pt x="4946" y="9828"/>
                    </a:lnTo>
                    <a:cubicBezTo>
                      <a:pt x="3038" y="9828"/>
                      <a:pt x="1484" y="8275"/>
                      <a:pt x="1484" y="6366"/>
                    </a:cubicBezTo>
                    <a:lnTo>
                      <a:pt x="1484" y="4949"/>
                    </a:lnTo>
                    <a:cubicBezTo>
                      <a:pt x="1484" y="3039"/>
                      <a:pt x="3038" y="1486"/>
                      <a:pt x="4946" y="1486"/>
                    </a:cubicBezTo>
                    <a:close/>
                    <a:moveTo>
                      <a:pt x="4946" y="1"/>
                    </a:moveTo>
                    <a:cubicBezTo>
                      <a:pt x="2220" y="1"/>
                      <a:pt x="1" y="2220"/>
                      <a:pt x="1" y="4949"/>
                    </a:cubicBezTo>
                    <a:lnTo>
                      <a:pt x="1" y="6366"/>
                    </a:lnTo>
                    <a:cubicBezTo>
                      <a:pt x="1" y="9094"/>
                      <a:pt x="2220" y="11313"/>
                      <a:pt x="4946" y="11313"/>
                    </a:cubicBezTo>
                    <a:lnTo>
                      <a:pt x="6551" y="11313"/>
                    </a:lnTo>
                    <a:cubicBezTo>
                      <a:pt x="9278" y="11313"/>
                      <a:pt x="11498" y="9094"/>
                      <a:pt x="11498" y="6366"/>
                    </a:cubicBezTo>
                    <a:lnTo>
                      <a:pt x="11498" y="4949"/>
                    </a:lnTo>
                    <a:cubicBezTo>
                      <a:pt x="11498" y="2220"/>
                      <a:pt x="9278" y="1"/>
                      <a:pt x="655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40"/>
              <p:cNvSpPr/>
              <p:nvPr/>
            </p:nvSpPr>
            <p:spPr>
              <a:xfrm>
                <a:off x="321797" y="410182"/>
                <a:ext cx="604100" cy="604028"/>
              </a:xfrm>
              <a:custGeom>
                <a:avLst/>
                <a:gdLst/>
                <a:ahLst/>
                <a:cxnLst/>
                <a:rect l="l" t="t" r="r" b="b"/>
                <a:pathLst>
                  <a:path w="16689" h="16687" extrusionOk="0">
                    <a:moveTo>
                      <a:pt x="4853" y="0"/>
                    </a:moveTo>
                    <a:cubicBezTo>
                      <a:pt x="2184" y="0"/>
                      <a:pt x="1" y="2183"/>
                      <a:pt x="1" y="4851"/>
                    </a:cubicBezTo>
                    <a:lnTo>
                      <a:pt x="1" y="11836"/>
                    </a:lnTo>
                    <a:cubicBezTo>
                      <a:pt x="1" y="14504"/>
                      <a:pt x="2183" y="16686"/>
                      <a:pt x="4853" y="16686"/>
                    </a:cubicBezTo>
                    <a:lnTo>
                      <a:pt x="11836" y="16686"/>
                    </a:lnTo>
                    <a:cubicBezTo>
                      <a:pt x="14505" y="16686"/>
                      <a:pt x="16688" y="14504"/>
                      <a:pt x="16688" y="11836"/>
                    </a:cubicBezTo>
                    <a:lnTo>
                      <a:pt x="16688" y="4851"/>
                    </a:lnTo>
                    <a:cubicBezTo>
                      <a:pt x="16688" y="2184"/>
                      <a:pt x="14506" y="0"/>
                      <a:pt x="118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40"/>
              <p:cNvSpPr/>
              <p:nvPr/>
            </p:nvSpPr>
            <p:spPr>
              <a:xfrm>
                <a:off x="359875" y="448152"/>
                <a:ext cx="566057" cy="566165"/>
              </a:xfrm>
              <a:custGeom>
                <a:avLst/>
                <a:gdLst/>
                <a:ahLst/>
                <a:cxnLst/>
                <a:rect l="l" t="t" r="r" b="b"/>
                <a:pathLst>
                  <a:path w="15638" h="15641" extrusionOk="0">
                    <a:moveTo>
                      <a:pt x="13784" y="1"/>
                    </a:moveTo>
                    <a:lnTo>
                      <a:pt x="13784" y="1"/>
                    </a:lnTo>
                    <a:cubicBezTo>
                      <a:pt x="14440" y="829"/>
                      <a:pt x="14833" y="1869"/>
                      <a:pt x="14833" y="3001"/>
                    </a:cubicBezTo>
                    <a:lnTo>
                      <a:pt x="14833" y="9987"/>
                    </a:lnTo>
                    <a:cubicBezTo>
                      <a:pt x="14833" y="12655"/>
                      <a:pt x="12653" y="14839"/>
                      <a:pt x="9983" y="14839"/>
                    </a:cubicBezTo>
                    <a:lnTo>
                      <a:pt x="3001" y="14839"/>
                    </a:lnTo>
                    <a:cubicBezTo>
                      <a:pt x="1869" y="14839"/>
                      <a:pt x="828" y="14444"/>
                      <a:pt x="1" y="13788"/>
                    </a:cubicBezTo>
                    <a:lnTo>
                      <a:pt x="1" y="13788"/>
                    </a:lnTo>
                    <a:cubicBezTo>
                      <a:pt x="891" y="14913"/>
                      <a:pt x="2264" y="15640"/>
                      <a:pt x="3802" y="15640"/>
                    </a:cubicBezTo>
                    <a:lnTo>
                      <a:pt x="10787" y="15640"/>
                    </a:lnTo>
                    <a:cubicBezTo>
                      <a:pt x="13455" y="15640"/>
                      <a:pt x="15637" y="13457"/>
                      <a:pt x="15637" y="10788"/>
                    </a:cubicBezTo>
                    <a:lnTo>
                      <a:pt x="15637" y="3805"/>
                    </a:lnTo>
                    <a:cubicBezTo>
                      <a:pt x="15636" y="2265"/>
                      <a:pt x="14910" y="891"/>
                      <a:pt x="137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40"/>
              <p:cNvSpPr/>
              <p:nvPr/>
            </p:nvSpPr>
            <p:spPr>
              <a:xfrm>
                <a:off x="533184" y="552397"/>
                <a:ext cx="181313" cy="357125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9866" extrusionOk="0">
                    <a:moveTo>
                      <a:pt x="2506" y="0"/>
                    </a:moveTo>
                    <a:cubicBezTo>
                      <a:pt x="1122" y="0"/>
                      <a:pt x="0" y="1121"/>
                      <a:pt x="0" y="2503"/>
                    </a:cubicBezTo>
                    <a:cubicBezTo>
                      <a:pt x="0" y="3495"/>
                      <a:pt x="583" y="4344"/>
                      <a:pt x="1418" y="4751"/>
                    </a:cubicBezTo>
                    <a:lnTo>
                      <a:pt x="173" y="9441"/>
                    </a:lnTo>
                    <a:cubicBezTo>
                      <a:pt x="125" y="9674"/>
                      <a:pt x="281" y="9866"/>
                      <a:pt x="522" y="9866"/>
                    </a:cubicBezTo>
                    <a:lnTo>
                      <a:pt x="4488" y="9866"/>
                    </a:lnTo>
                    <a:cubicBezTo>
                      <a:pt x="4726" y="9866"/>
                      <a:pt x="4884" y="9674"/>
                      <a:pt x="4836" y="9441"/>
                    </a:cubicBezTo>
                    <a:lnTo>
                      <a:pt x="3591" y="4749"/>
                    </a:lnTo>
                    <a:cubicBezTo>
                      <a:pt x="4426" y="4344"/>
                      <a:pt x="5008" y="3495"/>
                      <a:pt x="5008" y="2503"/>
                    </a:cubicBezTo>
                    <a:cubicBezTo>
                      <a:pt x="5008" y="1121"/>
                      <a:pt x="3889" y="0"/>
                      <a:pt x="25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8" name="Google Shape;628;p40"/>
            <p:cNvSpPr/>
            <p:nvPr/>
          </p:nvSpPr>
          <p:spPr>
            <a:xfrm>
              <a:off x="264421" y="1615874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1254225" y="20237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76200" y="1428501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tham </a:t>
            </a:r>
            <a:r>
              <a:rPr lang="vi-VN" dirty="0" err="1"/>
              <a:t>khảo</a:t>
            </a:r>
            <a:endParaRPr dirty="0"/>
          </a:p>
        </p:txBody>
      </p:sp>
      <p:grpSp>
        <p:nvGrpSpPr>
          <p:cNvPr id="699" name="Google Shape;699;p43"/>
          <p:cNvGrpSpPr/>
          <p:nvPr/>
        </p:nvGrpSpPr>
        <p:grpSpPr>
          <a:xfrm>
            <a:off x="7044200" y="76211"/>
            <a:ext cx="2023619" cy="1907631"/>
            <a:chOff x="7044200" y="76211"/>
            <a:chExt cx="2023619" cy="1907631"/>
          </a:xfrm>
        </p:grpSpPr>
        <p:sp>
          <p:nvSpPr>
            <p:cNvPr id="700" name="Google Shape;700;p43"/>
            <p:cNvSpPr/>
            <p:nvPr/>
          </p:nvSpPr>
          <p:spPr>
            <a:xfrm flipH="1">
              <a:off x="8374848" y="76211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1" name="Google Shape;701;p43"/>
            <p:cNvGrpSpPr/>
            <p:nvPr/>
          </p:nvGrpSpPr>
          <p:grpSpPr>
            <a:xfrm>
              <a:off x="7418027" y="228595"/>
              <a:ext cx="1497384" cy="1264312"/>
              <a:chOff x="5949750" y="3656175"/>
              <a:chExt cx="668475" cy="564425"/>
            </a:xfrm>
          </p:grpSpPr>
          <p:sp>
            <p:nvSpPr>
              <p:cNvPr id="702" name="Google Shape;702;p43"/>
              <p:cNvSpPr/>
              <p:nvPr/>
            </p:nvSpPr>
            <p:spPr>
              <a:xfrm>
                <a:off x="5955325" y="3664675"/>
                <a:ext cx="640225" cy="555925"/>
              </a:xfrm>
              <a:custGeom>
                <a:avLst/>
                <a:gdLst/>
                <a:ahLst/>
                <a:cxnLst/>
                <a:rect l="l" t="t" r="r" b="b"/>
                <a:pathLst>
                  <a:path w="25609" h="22237" extrusionOk="0">
                    <a:moveTo>
                      <a:pt x="12805" y="0"/>
                    </a:moveTo>
                    <a:cubicBezTo>
                      <a:pt x="11896" y="720"/>
                      <a:pt x="8489" y="3183"/>
                      <a:pt x="4208" y="3253"/>
                    </a:cubicBezTo>
                    <a:cubicBezTo>
                      <a:pt x="4208" y="3253"/>
                      <a:pt x="0" y="17535"/>
                      <a:pt x="12805" y="22237"/>
                    </a:cubicBezTo>
                    <a:cubicBezTo>
                      <a:pt x="25609" y="17535"/>
                      <a:pt x="21401" y="3253"/>
                      <a:pt x="21401" y="3253"/>
                    </a:cubicBezTo>
                    <a:cubicBezTo>
                      <a:pt x="17118" y="3183"/>
                      <a:pt x="13713" y="723"/>
                      <a:pt x="128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5984325" y="3685325"/>
                <a:ext cx="582250" cy="513025"/>
              </a:xfrm>
              <a:custGeom>
                <a:avLst/>
                <a:gdLst/>
                <a:ahLst/>
                <a:cxnLst/>
                <a:rect l="l" t="t" r="r" b="b"/>
                <a:pathLst>
                  <a:path w="23290" h="20521" extrusionOk="0">
                    <a:moveTo>
                      <a:pt x="11643" y="764"/>
                    </a:moveTo>
                    <a:cubicBezTo>
                      <a:pt x="12681" y="1551"/>
                      <a:pt x="15527" y="3442"/>
                      <a:pt x="19072" y="3576"/>
                    </a:cubicBezTo>
                    <a:cubicBezTo>
                      <a:pt x="19480" y="5223"/>
                      <a:pt x="21749" y="16087"/>
                      <a:pt x="11643" y="19880"/>
                    </a:cubicBezTo>
                    <a:cubicBezTo>
                      <a:pt x="7095" y="18174"/>
                      <a:pt x="4468" y="14901"/>
                      <a:pt x="3834" y="10149"/>
                    </a:cubicBezTo>
                    <a:cubicBezTo>
                      <a:pt x="3426" y="7079"/>
                      <a:pt x="4024" y="4339"/>
                      <a:pt x="4215" y="3576"/>
                    </a:cubicBezTo>
                    <a:cubicBezTo>
                      <a:pt x="7761" y="3442"/>
                      <a:pt x="10608" y="1551"/>
                      <a:pt x="11643" y="764"/>
                    </a:cubicBezTo>
                    <a:close/>
                    <a:moveTo>
                      <a:pt x="11645" y="0"/>
                    </a:moveTo>
                    <a:lnTo>
                      <a:pt x="11459" y="149"/>
                    </a:lnTo>
                    <a:cubicBezTo>
                      <a:pt x="10641" y="797"/>
                      <a:pt x="7686" y="2922"/>
                      <a:pt x="3979" y="2982"/>
                    </a:cubicBezTo>
                    <a:lnTo>
                      <a:pt x="3759" y="2986"/>
                    </a:lnTo>
                    <a:lnTo>
                      <a:pt x="3696" y="3197"/>
                    </a:lnTo>
                    <a:cubicBezTo>
                      <a:pt x="3657" y="3326"/>
                      <a:pt x="1" y="16242"/>
                      <a:pt x="11542" y="20482"/>
                    </a:cubicBezTo>
                    <a:lnTo>
                      <a:pt x="11645" y="20520"/>
                    </a:lnTo>
                    <a:lnTo>
                      <a:pt x="11748" y="20482"/>
                    </a:lnTo>
                    <a:cubicBezTo>
                      <a:pt x="23289" y="16242"/>
                      <a:pt x="19633" y="3326"/>
                      <a:pt x="19594" y="3197"/>
                    </a:cubicBezTo>
                    <a:lnTo>
                      <a:pt x="19532" y="2986"/>
                    </a:lnTo>
                    <a:lnTo>
                      <a:pt x="19311" y="2982"/>
                    </a:lnTo>
                    <a:cubicBezTo>
                      <a:pt x="15605" y="2922"/>
                      <a:pt x="12650" y="797"/>
                      <a:pt x="11832" y="149"/>
                    </a:cubicBezTo>
                    <a:lnTo>
                      <a:pt x="1164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6162875" y="3837925"/>
                <a:ext cx="235475" cy="184700"/>
              </a:xfrm>
              <a:custGeom>
                <a:avLst/>
                <a:gdLst/>
                <a:ahLst/>
                <a:cxnLst/>
                <a:rect l="l" t="t" r="r" b="b"/>
                <a:pathLst>
                  <a:path w="9419" h="7388" extrusionOk="0">
                    <a:moveTo>
                      <a:pt x="8378" y="0"/>
                    </a:moveTo>
                    <a:lnTo>
                      <a:pt x="3544" y="5535"/>
                    </a:lnTo>
                    <a:lnTo>
                      <a:pt x="802" y="3577"/>
                    </a:lnTo>
                    <a:lnTo>
                      <a:pt x="0" y="4703"/>
                    </a:lnTo>
                    <a:lnTo>
                      <a:pt x="3761" y="7387"/>
                    </a:lnTo>
                    <a:lnTo>
                      <a:pt x="9418" y="908"/>
                    </a:lnTo>
                    <a:lnTo>
                      <a:pt x="837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6360950" y="3678950"/>
                <a:ext cx="193650" cy="176475"/>
              </a:xfrm>
              <a:custGeom>
                <a:avLst/>
                <a:gdLst/>
                <a:ahLst/>
                <a:cxnLst/>
                <a:rect l="l" t="t" r="r" b="b"/>
                <a:pathLst>
                  <a:path w="7746" h="7059" extrusionOk="0">
                    <a:moveTo>
                      <a:pt x="3873" y="800"/>
                    </a:moveTo>
                    <a:cubicBezTo>
                      <a:pt x="4572" y="800"/>
                      <a:pt x="5270" y="1066"/>
                      <a:pt x="5803" y="1598"/>
                    </a:cubicBezTo>
                    <a:cubicBezTo>
                      <a:pt x="6868" y="2665"/>
                      <a:pt x="6868" y="4394"/>
                      <a:pt x="5803" y="5458"/>
                    </a:cubicBezTo>
                    <a:cubicBezTo>
                      <a:pt x="5270" y="5991"/>
                      <a:pt x="4572" y="6257"/>
                      <a:pt x="3873" y="6257"/>
                    </a:cubicBezTo>
                    <a:cubicBezTo>
                      <a:pt x="3175" y="6257"/>
                      <a:pt x="2477" y="5991"/>
                      <a:pt x="1944" y="5458"/>
                    </a:cubicBezTo>
                    <a:cubicBezTo>
                      <a:pt x="879" y="4394"/>
                      <a:pt x="879" y="2665"/>
                      <a:pt x="1944" y="1598"/>
                    </a:cubicBezTo>
                    <a:cubicBezTo>
                      <a:pt x="2477" y="1066"/>
                      <a:pt x="3175" y="800"/>
                      <a:pt x="3873" y="800"/>
                    </a:cubicBezTo>
                    <a:close/>
                    <a:moveTo>
                      <a:pt x="3873" y="0"/>
                    </a:moveTo>
                    <a:cubicBezTo>
                      <a:pt x="2970" y="0"/>
                      <a:pt x="2066" y="344"/>
                      <a:pt x="1378" y="1033"/>
                    </a:cubicBezTo>
                    <a:cubicBezTo>
                      <a:pt x="0" y="2413"/>
                      <a:pt x="0" y="4646"/>
                      <a:pt x="1378" y="6023"/>
                    </a:cubicBezTo>
                    <a:cubicBezTo>
                      <a:pt x="2066" y="6713"/>
                      <a:pt x="2970" y="7058"/>
                      <a:pt x="3873" y="7058"/>
                    </a:cubicBezTo>
                    <a:cubicBezTo>
                      <a:pt x="4776" y="7058"/>
                      <a:pt x="5679" y="6713"/>
                      <a:pt x="6368" y="6023"/>
                    </a:cubicBezTo>
                    <a:cubicBezTo>
                      <a:pt x="7745" y="4646"/>
                      <a:pt x="7745" y="2413"/>
                      <a:pt x="6368" y="1033"/>
                    </a:cubicBezTo>
                    <a:cubicBezTo>
                      <a:pt x="5679" y="344"/>
                      <a:pt x="4776" y="0"/>
                      <a:pt x="38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6382925" y="3698925"/>
                <a:ext cx="149725" cy="136450"/>
              </a:xfrm>
              <a:custGeom>
                <a:avLst/>
                <a:gdLst/>
                <a:ahLst/>
                <a:cxnLst/>
                <a:rect l="l" t="t" r="r" b="b"/>
                <a:pathLst>
                  <a:path w="5989" h="5458" extrusionOk="0">
                    <a:moveTo>
                      <a:pt x="2994" y="1"/>
                    </a:moveTo>
                    <a:cubicBezTo>
                      <a:pt x="2296" y="1"/>
                      <a:pt x="1598" y="267"/>
                      <a:pt x="1065" y="799"/>
                    </a:cubicBezTo>
                    <a:cubicBezTo>
                      <a:pt x="0" y="1866"/>
                      <a:pt x="0" y="3595"/>
                      <a:pt x="1065" y="4659"/>
                    </a:cubicBezTo>
                    <a:cubicBezTo>
                      <a:pt x="1598" y="5192"/>
                      <a:pt x="2296" y="5458"/>
                      <a:pt x="2994" y="5458"/>
                    </a:cubicBezTo>
                    <a:cubicBezTo>
                      <a:pt x="3693" y="5458"/>
                      <a:pt x="4391" y="5192"/>
                      <a:pt x="4924" y="4659"/>
                    </a:cubicBezTo>
                    <a:cubicBezTo>
                      <a:pt x="5989" y="3595"/>
                      <a:pt x="5989" y="1866"/>
                      <a:pt x="4924" y="799"/>
                    </a:cubicBezTo>
                    <a:cubicBezTo>
                      <a:pt x="4391" y="267"/>
                      <a:pt x="3693" y="1"/>
                      <a:pt x="29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6498325" y="3807700"/>
                <a:ext cx="119900" cy="119950"/>
              </a:xfrm>
              <a:custGeom>
                <a:avLst/>
                <a:gdLst/>
                <a:ahLst/>
                <a:cxnLst/>
                <a:rect l="l" t="t" r="r" b="b"/>
                <a:pathLst>
                  <a:path w="4796" h="4798" extrusionOk="0">
                    <a:moveTo>
                      <a:pt x="615" y="1"/>
                    </a:moveTo>
                    <a:lnTo>
                      <a:pt x="0" y="616"/>
                    </a:lnTo>
                    <a:lnTo>
                      <a:pt x="4181" y="4798"/>
                    </a:lnTo>
                    <a:lnTo>
                      <a:pt x="4796" y="4183"/>
                    </a:ln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587450" y="3896925"/>
                <a:ext cx="30775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1229" extrusionOk="0">
                    <a:moveTo>
                      <a:pt x="616" y="0"/>
                    </a:moveTo>
                    <a:lnTo>
                      <a:pt x="1" y="615"/>
                    </a:lnTo>
                    <a:lnTo>
                      <a:pt x="616" y="1229"/>
                    </a:lnTo>
                    <a:lnTo>
                      <a:pt x="1231" y="614"/>
                    </a:lnTo>
                    <a:lnTo>
                      <a:pt x="61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007625" y="4051950"/>
                <a:ext cx="134125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5365" h="5171" extrusionOk="0">
                    <a:moveTo>
                      <a:pt x="809" y="0"/>
                    </a:moveTo>
                    <a:cubicBezTo>
                      <a:pt x="363" y="0"/>
                      <a:pt x="0" y="364"/>
                      <a:pt x="0" y="808"/>
                    </a:cubicBezTo>
                    <a:lnTo>
                      <a:pt x="0" y="3288"/>
                    </a:lnTo>
                    <a:cubicBezTo>
                      <a:pt x="0" y="3733"/>
                      <a:pt x="363" y="4097"/>
                      <a:pt x="809" y="4097"/>
                    </a:cubicBezTo>
                    <a:lnTo>
                      <a:pt x="2499" y="4097"/>
                    </a:lnTo>
                    <a:lnTo>
                      <a:pt x="3487" y="5171"/>
                    </a:lnTo>
                    <a:lnTo>
                      <a:pt x="3487" y="4097"/>
                    </a:lnTo>
                    <a:lnTo>
                      <a:pt x="4556" y="4097"/>
                    </a:lnTo>
                    <a:cubicBezTo>
                      <a:pt x="5001" y="4097"/>
                      <a:pt x="5365" y="3733"/>
                      <a:pt x="5365" y="3288"/>
                    </a:cubicBezTo>
                    <a:lnTo>
                      <a:pt x="5365" y="808"/>
                    </a:lnTo>
                    <a:cubicBezTo>
                      <a:pt x="5365" y="364"/>
                      <a:pt x="5001" y="0"/>
                      <a:pt x="45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037325" y="4096300"/>
                <a:ext cx="163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654" h="654" extrusionOk="0">
                    <a:moveTo>
                      <a:pt x="327" y="1"/>
                    </a:moveTo>
                    <a:cubicBezTo>
                      <a:pt x="146" y="1"/>
                      <a:pt x="0" y="147"/>
                      <a:pt x="0" y="327"/>
                    </a:cubicBezTo>
                    <a:cubicBezTo>
                      <a:pt x="0" y="508"/>
                      <a:pt x="146" y="654"/>
                      <a:pt x="327" y="654"/>
                    </a:cubicBezTo>
                    <a:cubicBezTo>
                      <a:pt x="507" y="654"/>
                      <a:pt x="653" y="507"/>
                      <a:pt x="653" y="327"/>
                    </a:cubicBezTo>
                    <a:cubicBezTo>
                      <a:pt x="653" y="147"/>
                      <a:pt x="507" y="1"/>
                      <a:pt x="3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066500" y="4096300"/>
                <a:ext cx="163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654" h="654" extrusionOk="0">
                    <a:moveTo>
                      <a:pt x="327" y="1"/>
                    </a:moveTo>
                    <a:cubicBezTo>
                      <a:pt x="146" y="1"/>
                      <a:pt x="0" y="147"/>
                      <a:pt x="0" y="327"/>
                    </a:cubicBezTo>
                    <a:cubicBezTo>
                      <a:pt x="0" y="508"/>
                      <a:pt x="146" y="654"/>
                      <a:pt x="327" y="654"/>
                    </a:cubicBezTo>
                    <a:cubicBezTo>
                      <a:pt x="509" y="654"/>
                      <a:pt x="654" y="507"/>
                      <a:pt x="654" y="327"/>
                    </a:cubicBezTo>
                    <a:cubicBezTo>
                      <a:pt x="654" y="147"/>
                      <a:pt x="509" y="1"/>
                      <a:pt x="3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6095700" y="4096300"/>
                <a:ext cx="16375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655" h="654" extrusionOk="0">
                    <a:moveTo>
                      <a:pt x="327" y="1"/>
                    </a:moveTo>
                    <a:cubicBezTo>
                      <a:pt x="145" y="1"/>
                      <a:pt x="1" y="147"/>
                      <a:pt x="1" y="327"/>
                    </a:cubicBezTo>
                    <a:cubicBezTo>
                      <a:pt x="1" y="508"/>
                      <a:pt x="145" y="654"/>
                      <a:pt x="327" y="654"/>
                    </a:cubicBezTo>
                    <a:cubicBezTo>
                      <a:pt x="508" y="654"/>
                      <a:pt x="654" y="507"/>
                      <a:pt x="654" y="327"/>
                    </a:cubicBezTo>
                    <a:cubicBezTo>
                      <a:pt x="654" y="147"/>
                      <a:pt x="508" y="1"/>
                      <a:pt x="3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6087125" y="4154300"/>
                <a:ext cx="7700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1076" extrusionOk="0">
                    <a:moveTo>
                      <a:pt x="0" y="1"/>
                    </a:moveTo>
                    <a:lnTo>
                      <a:pt x="0" y="743"/>
                    </a:lnTo>
                    <a:lnTo>
                      <a:pt x="308" y="1076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6113875" y="4051950"/>
                <a:ext cx="27925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4098" extrusionOk="0">
                    <a:moveTo>
                      <a:pt x="0" y="0"/>
                    </a:moveTo>
                    <a:cubicBezTo>
                      <a:pt x="445" y="0"/>
                      <a:pt x="809" y="364"/>
                      <a:pt x="809" y="808"/>
                    </a:cubicBezTo>
                    <a:lnTo>
                      <a:pt x="809" y="3288"/>
                    </a:lnTo>
                    <a:cubicBezTo>
                      <a:pt x="809" y="3733"/>
                      <a:pt x="445" y="4097"/>
                      <a:pt x="0" y="4097"/>
                    </a:cubicBezTo>
                    <a:lnTo>
                      <a:pt x="308" y="4097"/>
                    </a:lnTo>
                    <a:cubicBezTo>
                      <a:pt x="753" y="4097"/>
                      <a:pt x="1116" y="3733"/>
                      <a:pt x="1116" y="3288"/>
                    </a:cubicBezTo>
                    <a:lnTo>
                      <a:pt x="1116" y="808"/>
                    </a:lnTo>
                    <a:cubicBezTo>
                      <a:pt x="1115" y="364"/>
                      <a:pt x="751" y="0"/>
                      <a:pt x="30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43"/>
              <p:cNvSpPr/>
              <p:nvPr/>
            </p:nvSpPr>
            <p:spPr>
              <a:xfrm>
                <a:off x="6389525" y="4008225"/>
                <a:ext cx="174975" cy="174900"/>
              </a:xfrm>
              <a:custGeom>
                <a:avLst/>
                <a:gdLst/>
                <a:ahLst/>
                <a:cxnLst/>
                <a:rect l="l" t="t" r="r" b="b"/>
                <a:pathLst>
                  <a:path w="6999" h="6996" extrusionOk="0">
                    <a:moveTo>
                      <a:pt x="3498" y="0"/>
                    </a:moveTo>
                    <a:cubicBezTo>
                      <a:pt x="1567" y="0"/>
                      <a:pt x="0" y="1566"/>
                      <a:pt x="0" y="3498"/>
                    </a:cubicBezTo>
                    <a:cubicBezTo>
                      <a:pt x="0" y="5430"/>
                      <a:pt x="1566" y="6996"/>
                      <a:pt x="3498" y="6996"/>
                    </a:cubicBezTo>
                    <a:cubicBezTo>
                      <a:pt x="5431" y="6996"/>
                      <a:pt x="6998" y="5430"/>
                      <a:pt x="6998" y="3498"/>
                    </a:cubicBezTo>
                    <a:cubicBezTo>
                      <a:pt x="6998" y="1567"/>
                      <a:pt x="5430" y="0"/>
                      <a:pt x="34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43"/>
              <p:cNvSpPr/>
              <p:nvPr/>
            </p:nvSpPr>
            <p:spPr>
              <a:xfrm>
                <a:off x="6415225" y="4033900"/>
                <a:ext cx="123500" cy="123550"/>
              </a:xfrm>
              <a:custGeom>
                <a:avLst/>
                <a:gdLst/>
                <a:ahLst/>
                <a:cxnLst/>
                <a:rect l="l" t="t" r="r" b="b"/>
                <a:pathLst>
                  <a:path w="4940" h="4942" extrusionOk="0">
                    <a:moveTo>
                      <a:pt x="2470" y="1"/>
                    </a:moveTo>
                    <a:cubicBezTo>
                      <a:pt x="1105" y="1"/>
                      <a:pt x="1" y="1106"/>
                      <a:pt x="1" y="2471"/>
                    </a:cubicBezTo>
                    <a:cubicBezTo>
                      <a:pt x="1" y="3835"/>
                      <a:pt x="1107" y="4941"/>
                      <a:pt x="2470" y="4941"/>
                    </a:cubicBezTo>
                    <a:cubicBezTo>
                      <a:pt x="3834" y="4941"/>
                      <a:pt x="4940" y="3834"/>
                      <a:pt x="4940" y="2471"/>
                    </a:cubicBezTo>
                    <a:cubicBezTo>
                      <a:pt x="4940" y="1108"/>
                      <a:pt x="3834" y="3"/>
                      <a:pt x="24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43"/>
              <p:cNvSpPr/>
              <p:nvPr/>
            </p:nvSpPr>
            <p:spPr>
              <a:xfrm>
                <a:off x="6473175" y="4033975"/>
                <a:ext cx="65600" cy="1235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4940" extrusionOk="0">
                    <a:moveTo>
                      <a:pt x="154" y="0"/>
                    </a:moveTo>
                    <a:cubicBezTo>
                      <a:pt x="103" y="0"/>
                      <a:pt x="52" y="5"/>
                      <a:pt x="1" y="8"/>
                    </a:cubicBezTo>
                    <a:cubicBezTo>
                      <a:pt x="1292" y="89"/>
                      <a:pt x="2316" y="1159"/>
                      <a:pt x="2316" y="2469"/>
                    </a:cubicBezTo>
                    <a:cubicBezTo>
                      <a:pt x="2316" y="3781"/>
                      <a:pt x="1292" y="4851"/>
                      <a:pt x="1" y="4932"/>
                    </a:cubicBezTo>
                    <a:cubicBezTo>
                      <a:pt x="52" y="4934"/>
                      <a:pt x="103" y="4939"/>
                      <a:pt x="154" y="4939"/>
                    </a:cubicBezTo>
                    <a:cubicBezTo>
                      <a:pt x="1519" y="4939"/>
                      <a:pt x="2623" y="3834"/>
                      <a:pt x="2623" y="2469"/>
                    </a:cubicBezTo>
                    <a:cubicBezTo>
                      <a:pt x="2623" y="1105"/>
                      <a:pt x="1516" y="0"/>
                      <a:pt x="1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43"/>
              <p:cNvSpPr/>
              <p:nvPr/>
            </p:nvSpPr>
            <p:spPr>
              <a:xfrm>
                <a:off x="6441500" y="4072600"/>
                <a:ext cx="72550" cy="48575"/>
              </a:xfrm>
              <a:custGeom>
                <a:avLst/>
                <a:gdLst/>
                <a:ahLst/>
                <a:cxnLst/>
                <a:rect l="l" t="t" r="r" b="b"/>
                <a:pathLst>
                  <a:path w="2902" h="1943" extrusionOk="0">
                    <a:moveTo>
                      <a:pt x="2674" y="0"/>
                    </a:moveTo>
                    <a:lnTo>
                      <a:pt x="970" y="1490"/>
                    </a:lnTo>
                    <a:lnTo>
                      <a:pt x="223" y="858"/>
                    </a:lnTo>
                    <a:lnTo>
                      <a:pt x="1" y="1119"/>
                    </a:lnTo>
                    <a:lnTo>
                      <a:pt x="976" y="1943"/>
                    </a:lnTo>
                    <a:lnTo>
                      <a:pt x="2901" y="261"/>
                    </a:lnTo>
                    <a:lnTo>
                      <a:pt x="267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43"/>
              <p:cNvSpPr/>
              <p:nvPr/>
            </p:nvSpPr>
            <p:spPr>
              <a:xfrm>
                <a:off x="5974575" y="3656175"/>
                <a:ext cx="110200" cy="108350"/>
              </a:xfrm>
              <a:custGeom>
                <a:avLst/>
                <a:gdLst/>
                <a:ahLst/>
                <a:cxnLst/>
                <a:rect l="l" t="t" r="r" b="b"/>
                <a:pathLst>
                  <a:path w="4408" h="4334" extrusionOk="0">
                    <a:moveTo>
                      <a:pt x="2514" y="569"/>
                    </a:moveTo>
                    <a:cubicBezTo>
                      <a:pt x="3243" y="569"/>
                      <a:pt x="3839" y="1163"/>
                      <a:pt x="3839" y="1895"/>
                    </a:cubicBezTo>
                    <a:lnTo>
                      <a:pt x="3839" y="2437"/>
                    </a:lnTo>
                    <a:cubicBezTo>
                      <a:pt x="3839" y="3169"/>
                      <a:pt x="3245" y="3765"/>
                      <a:pt x="2514" y="3765"/>
                    </a:cubicBezTo>
                    <a:lnTo>
                      <a:pt x="1899" y="3765"/>
                    </a:lnTo>
                    <a:cubicBezTo>
                      <a:pt x="1166" y="3765"/>
                      <a:pt x="570" y="3170"/>
                      <a:pt x="570" y="2437"/>
                    </a:cubicBezTo>
                    <a:lnTo>
                      <a:pt x="570" y="1895"/>
                    </a:lnTo>
                    <a:cubicBezTo>
                      <a:pt x="570" y="1165"/>
                      <a:pt x="1166" y="569"/>
                      <a:pt x="1899" y="569"/>
                    </a:cubicBezTo>
                    <a:close/>
                    <a:moveTo>
                      <a:pt x="1896" y="0"/>
                    </a:moveTo>
                    <a:cubicBezTo>
                      <a:pt x="851" y="0"/>
                      <a:pt x="0" y="849"/>
                      <a:pt x="0" y="1895"/>
                    </a:cubicBezTo>
                    <a:lnTo>
                      <a:pt x="0" y="2437"/>
                    </a:lnTo>
                    <a:cubicBezTo>
                      <a:pt x="0" y="3484"/>
                      <a:pt x="851" y="4334"/>
                      <a:pt x="1896" y="4334"/>
                    </a:cubicBezTo>
                    <a:lnTo>
                      <a:pt x="2511" y="4334"/>
                    </a:lnTo>
                    <a:cubicBezTo>
                      <a:pt x="3558" y="4334"/>
                      <a:pt x="4408" y="3484"/>
                      <a:pt x="4408" y="2437"/>
                    </a:cubicBezTo>
                    <a:lnTo>
                      <a:pt x="4408" y="1895"/>
                    </a:lnTo>
                    <a:cubicBezTo>
                      <a:pt x="4408" y="851"/>
                      <a:pt x="3558" y="0"/>
                      <a:pt x="25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43"/>
              <p:cNvSpPr/>
              <p:nvPr/>
            </p:nvSpPr>
            <p:spPr>
              <a:xfrm>
                <a:off x="5949750" y="3718325"/>
                <a:ext cx="159900" cy="159875"/>
              </a:xfrm>
              <a:custGeom>
                <a:avLst/>
                <a:gdLst/>
                <a:ahLst/>
                <a:cxnLst/>
                <a:rect l="l" t="t" r="r" b="b"/>
                <a:pathLst>
                  <a:path w="6396" h="6395" extrusionOk="0">
                    <a:moveTo>
                      <a:pt x="1861" y="0"/>
                    </a:moveTo>
                    <a:cubicBezTo>
                      <a:pt x="837" y="0"/>
                      <a:pt x="0" y="838"/>
                      <a:pt x="0" y="1859"/>
                    </a:cubicBezTo>
                    <a:lnTo>
                      <a:pt x="0" y="4535"/>
                    </a:lnTo>
                    <a:cubicBezTo>
                      <a:pt x="0" y="5559"/>
                      <a:pt x="838" y="6395"/>
                      <a:pt x="1861" y="6395"/>
                    </a:cubicBezTo>
                    <a:lnTo>
                      <a:pt x="4536" y="6395"/>
                    </a:lnTo>
                    <a:cubicBezTo>
                      <a:pt x="5559" y="6395"/>
                      <a:pt x="6396" y="5559"/>
                      <a:pt x="6396" y="4535"/>
                    </a:cubicBezTo>
                    <a:lnTo>
                      <a:pt x="6396" y="1859"/>
                    </a:lnTo>
                    <a:cubicBezTo>
                      <a:pt x="6396" y="835"/>
                      <a:pt x="5559" y="0"/>
                      <a:pt x="45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43"/>
              <p:cNvSpPr/>
              <p:nvPr/>
            </p:nvSpPr>
            <p:spPr>
              <a:xfrm>
                <a:off x="5959800" y="3728400"/>
                <a:ext cx="149850" cy="149825"/>
              </a:xfrm>
              <a:custGeom>
                <a:avLst/>
                <a:gdLst/>
                <a:ahLst/>
                <a:cxnLst/>
                <a:rect l="l" t="t" r="r" b="b"/>
                <a:pathLst>
                  <a:path w="5994" h="5993" extrusionOk="0">
                    <a:moveTo>
                      <a:pt x="5284" y="1"/>
                    </a:moveTo>
                    <a:lnTo>
                      <a:pt x="5284" y="1"/>
                    </a:lnTo>
                    <a:cubicBezTo>
                      <a:pt x="5535" y="317"/>
                      <a:pt x="5687" y="717"/>
                      <a:pt x="5687" y="1150"/>
                    </a:cubicBezTo>
                    <a:lnTo>
                      <a:pt x="5687" y="3826"/>
                    </a:lnTo>
                    <a:cubicBezTo>
                      <a:pt x="5687" y="4850"/>
                      <a:pt x="4850" y="5685"/>
                      <a:pt x="3826" y="5685"/>
                    </a:cubicBezTo>
                    <a:lnTo>
                      <a:pt x="1151" y="5685"/>
                    </a:lnTo>
                    <a:cubicBezTo>
                      <a:pt x="717" y="5685"/>
                      <a:pt x="318" y="5535"/>
                      <a:pt x="1" y="5284"/>
                    </a:cubicBezTo>
                    <a:lnTo>
                      <a:pt x="1" y="5284"/>
                    </a:lnTo>
                    <a:cubicBezTo>
                      <a:pt x="341" y="5715"/>
                      <a:pt x="867" y="5993"/>
                      <a:pt x="1456" y="5993"/>
                    </a:cubicBezTo>
                    <a:lnTo>
                      <a:pt x="4132" y="5993"/>
                    </a:lnTo>
                    <a:cubicBezTo>
                      <a:pt x="5156" y="5993"/>
                      <a:pt x="5991" y="5157"/>
                      <a:pt x="5991" y="4134"/>
                    </a:cubicBezTo>
                    <a:lnTo>
                      <a:pt x="5991" y="1457"/>
                    </a:lnTo>
                    <a:cubicBezTo>
                      <a:pt x="5994" y="867"/>
                      <a:pt x="5715" y="341"/>
                      <a:pt x="52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43"/>
              <p:cNvSpPr/>
              <p:nvPr/>
            </p:nvSpPr>
            <p:spPr>
              <a:xfrm>
                <a:off x="6005700" y="3755950"/>
                <a:ext cx="47975" cy="94550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782" extrusionOk="0">
                    <a:moveTo>
                      <a:pt x="959" y="0"/>
                    </a:moveTo>
                    <a:cubicBezTo>
                      <a:pt x="430" y="0"/>
                      <a:pt x="1" y="430"/>
                      <a:pt x="1" y="960"/>
                    </a:cubicBezTo>
                    <a:cubicBezTo>
                      <a:pt x="1" y="1339"/>
                      <a:pt x="222" y="1665"/>
                      <a:pt x="542" y="1820"/>
                    </a:cubicBezTo>
                    <a:lnTo>
                      <a:pt x="66" y="3619"/>
                    </a:lnTo>
                    <a:cubicBezTo>
                      <a:pt x="48" y="3708"/>
                      <a:pt x="107" y="3781"/>
                      <a:pt x="199" y="3781"/>
                    </a:cubicBezTo>
                    <a:lnTo>
                      <a:pt x="1719" y="3781"/>
                    </a:lnTo>
                    <a:cubicBezTo>
                      <a:pt x="1810" y="3781"/>
                      <a:pt x="1871" y="3708"/>
                      <a:pt x="1851" y="3619"/>
                    </a:cubicBezTo>
                    <a:lnTo>
                      <a:pt x="1374" y="1820"/>
                    </a:lnTo>
                    <a:cubicBezTo>
                      <a:pt x="1696" y="1666"/>
                      <a:pt x="1918" y="1341"/>
                      <a:pt x="1918" y="960"/>
                    </a:cubicBezTo>
                    <a:cubicBezTo>
                      <a:pt x="1918" y="430"/>
                      <a:pt x="1489" y="0"/>
                      <a:pt x="9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3" name="Google Shape;723;p43"/>
            <p:cNvSpPr/>
            <p:nvPr/>
          </p:nvSpPr>
          <p:spPr>
            <a:xfrm>
              <a:off x="8497771" y="1604074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/>
            <p:cNvSpPr/>
            <p:nvPr/>
          </p:nvSpPr>
          <p:spPr>
            <a:xfrm>
              <a:off x="7044200" y="228600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3"/>
            <p:cNvSpPr/>
            <p:nvPr/>
          </p:nvSpPr>
          <p:spPr>
            <a:xfrm>
              <a:off x="8879600" y="1416701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724;p59">
            <a:extLst>
              <a:ext uri="{FF2B5EF4-FFF2-40B4-BE49-F238E27FC236}">
                <a16:creationId xmlns:a16="http://schemas.microsoft.com/office/drawing/2014/main" id="{AEB9DB14-1E50-495D-A49C-19494A9A73A7}"/>
              </a:ext>
            </a:extLst>
          </p:cNvPr>
          <p:cNvSpPr txBox="1">
            <a:spLocks/>
          </p:cNvSpPr>
          <p:nvPr/>
        </p:nvSpPr>
        <p:spPr>
          <a:xfrm>
            <a:off x="339000" y="1767013"/>
            <a:ext cx="5033100" cy="1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 Black"/>
              <a:buNone/>
              <a:defRPr sz="35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7200"/>
              <a:t>THANKS!</a:t>
            </a:r>
            <a:endParaRPr lang="en-US" sz="7200" dirty="0"/>
          </a:p>
        </p:txBody>
      </p:sp>
      <p:grpSp>
        <p:nvGrpSpPr>
          <p:cNvPr id="144" name="Google Shape;1746;p59">
            <a:extLst>
              <a:ext uri="{FF2B5EF4-FFF2-40B4-BE49-F238E27FC236}">
                <a16:creationId xmlns:a16="http://schemas.microsoft.com/office/drawing/2014/main" id="{669FE353-D4A4-4D79-B5BF-9921C951B51F}"/>
              </a:ext>
            </a:extLst>
          </p:cNvPr>
          <p:cNvGrpSpPr/>
          <p:nvPr/>
        </p:nvGrpSpPr>
        <p:grpSpPr>
          <a:xfrm>
            <a:off x="5247768" y="1375799"/>
            <a:ext cx="3481584" cy="2782199"/>
            <a:chOff x="5247768" y="1375799"/>
            <a:chExt cx="3481584" cy="2782199"/>
          </a:xfrm>
        </p:grpSpPr>
        <p:sp>
          <p:nvSpPr>
            <p:cNvPr id="145" name="Google Shape;1747;p59">
              <a:extLst>
                <a:ext uri="{FF2B5EF4-FFF2-40B4-BE49-F238E27FC236}">
                  <a16:creationId xmlns:a16="http://schemas.microsoft.com/office/drawing/2014/main" id="{FF76E021-06C0-4029-9418-A056138D5642}"/>
                </a:ext>
              </a:extLst>
            </p:cNvPr>
            <p:cNvSpPr/>
            <p:nvPr/>
          </p:nvSpPr>
          <p:spPr>
            <a:xfrm>
              <a:off x="5247768" y="2965358"/>
              <a:ext cx="1023524" cy="1023736"/>
            </a:xfrm>
            <a:custGeom>
              <a:avLst/>
              <a:gdLst/>
              <a:ahLst/>
              <a:cxnLst/>
              <a:rect l="l" t="t" r="r" b="b"/>
              <a:pathLst>
                <a:path w="14454" h="14457" extrusionOk="0">
                  <a:moveTo>
                    <a:pt x="7227" y="2340"/>
                  </a:moveTo>
                  <a:cubicBezTo>
                    <a:pt x="9925" y="2340"/>
                    <a:pt x="12114" y="4530"/>
                    <a:pt x="12114" y="7229"/>
                  </a:cubicBezTo>
                  <a:cubicBezTo>
                    <a:pt x="12115" y="9927"/>
                    <a:pt x="9926" y="12115"/>
                    <a:pt x="7227" y="12115"/>
                  </a:cubicBezTo>
                  <a:cubicBezTo>
                    <a:pt x="4528" y="12115"/>
                    <a:pt x="2338" y="9929"/>
                    <a:pt x="2338" y="7229"/>
                  </a:cubicBezTo>
                  <a:cubicBezTo>
                    <a:pt x="2338" y="4529"/>
                    <a:pt x="4527" y="2340"/>
                    <a:pt x="7227" y="2340"/>
                  </a:cubicBezTo>
                  <a:close/>
                  <a:moveTo>
                    <a:pt x="7228" y="0"/>
                  </a:moveTo>
                  <a:cubicBezTo>
                    <a:pt x="6692" y="0"/>
                    <a:pt x="6254" y="437"/>
                    <a:pt x="6254" y="974"/>
                  </a:cubicBezTo>
                  <a:cubicBezTo>
                    <a:pt x="6254" y="1018"/>
                    <a:pt x="6273" y="1056"/>
                    <a:pt x="6280" y="1099"/>
                  </a:cubicBezTo>
                  <a:cubicBezTo>
                    <a:pt x="5275" y="1255"/>
                    <a:pt x="4351" y="1647"/>
                    <a:pt x="3566" y="2223"/>
                  </a:cubicBezTo>
                  <a:cubicBezTo>
                    <a:pt x="3540" y="2189"/>
                    <a:pt x="3527" y="2148"/>
                    <a:pt x="3495" y="2118"/>
                  </a:cubicBezTo>
                  <a:cubicBezTo>
                    <a:pt x="3306" y="1929"/>
                    <a:pt x="3057" y="1834"/>
                    <a:pt x="2807" y="1834"/>
                  </a:cubicBezTo>
                  <a:cubicBezTo>
                    <a:pt x="2557" y="1834"/>
                    <a:pt x="2307" y="1929"/>
                    <a:pt x="2117" y="2118"/>
                  </a:cubicBezTo>
                  <a:cubicBezTo>
                    <a:pt x="1738" y="2496"/>
                    <a:pt x="1739" y="3118"/>
                    <a:pt x="2117" y="3496"/>
                  </a:cubicBezTo>
                  <a:cubicBezTo>
                    <a:pt x="2150" y="3528"/>
                    <a:pt x="2190" y="3538"/>
                    <a:pt x="2224" y="3566"/>
                  </a:cubicBezTo>
                  <a:cubicBezTo>
                    <a:pt x="1649" y="4351"/>
                    <a:pt x="1254" y="5275"/>
                    <a:pt x="1101" y="6278"/>
                  </a:cubicBezTo>
                  <a:cubicBezTo>
                    <a:pt x="1057" y="6271"/>
                    <a:pt x="1020" y="6255"/>
                    <a:pt x="975" y="6255"/>
                  </a:cubicBezTo>
                  <a:cubicBezTo>
                    <a:pt x="439" y="6255"/>
                    <a:pt x="1" y="6693"/>
                    <a:pt x="1" y="7229"/>
                  </a:cubicBezTo>
                  <a:cubicBezTo>
                    <a:pt x="1" y="7764"/>
                    <a:pt x="440" y="8203"/>
                    <a:pt x="975" y="8203"/>
                  </a:cubicBezTo>
                  <a:cubicBezTo>
                    <a:pt x="1020" y="8203"/>
                    <a:pt x="1057" y="8184"/>
                    <a:pt x="1101" y="8179"/>
                  </a:cubicBezTo>
                  <a:cubicBezTo>
                    <a:pt x="1254" y="9185"/>
                    <a:pt x="1649" y="10107"/>
                    <a:pt x="2224" y="10892"/>
                  </a:cubicBezTo>
                  <a:cubicBezTo>
                    <a:pt x="2190" y="10916"/>
                    <a:pt x="2149" y="10931"/>
                    <a:pt x="2117" y="10962"/>
                  </a:cubicBezTo>
                  <a:cubicBezTo>
                    <a:pt x="1739" y="11340"/>
                    <a:pt x="1738" y="11960"/>
                    <a:pt x="2117" y="12340"/>
                  </a:cubicBezTo>
                  <a:cubicBezTo>
                    <a:pt x="2306" y="12529"/>
                    <a:pt x="2556" y="12624"/>
                    <a:pt x="2806" y="12624"/>
                  </a:cubicBezTo>
                  <a:cubicBezTo>
                    <a:pt x="3056" y="12624"/>
                    <a:pt x="3306" y="12529"/>
                    <a:pt x="3495" y="12340"/>
                  </a:cubicBezTo>
                  <a:cubicBezTo>
                    <a:pt x="3527" y="12310"/>
                    <a:pt x="3540" y="12268"/>
                    <a:pt x="3566" y="12234"/>
                  </a:cubicBezTo>
                  <a:cubicBezTo>
                    <a:pt x="4351" y="12810"/>
                    <a:pt x="5275" y="13203"/>
                    <a:pt x="6280" y="13357"/>
                  </a:cubicBezTo>
                  <a:cubicBezTo>
                    <a:pt x="6275" y="13400"/>
                    <a:pt x="6254" y="13438"/>
                    <a:pt x="6254" y="13482"/>
                  </a:cubicBezTo>
                  <a:cubicBezTo>
                    <a:pt x="6254" y="14016"/>
                    <a:pt x="6692" y="14456"/>
                    <a:pt x="7228" y="14456"/>
                  </a:cubicBezTo>
                  <a:cubicBezTo>
                    <a:pt x="7765" y="14456"/>
                    <a:pt x="8203" y="14018"/>
                    <a:pt x="8203" y="13482"/>
                  </a:cubicBezTo>
                  <a:cubicBezTo>
                    <a:pt x="8203" y="13438"/>
                    <a:pt x="8184" y="13400"/>
                    <a:pt x="8177" y="13357"/>
                  </a:cubicBezTo>
                  <a:cubicBezTo>
                    <a:pt x="9183" y="13203"/>
                    <a:pt x="10105" y="12810"/>
                    <a:pt x="10891" y="12234"/>
                  </a:cubicBezTo>
                  <a:cubicBezTo>
                    <a:pt x="10917" y="12270"/>
                    <a:pt x="10931" y="12310"/>
                    <a:pt x="10961" y="12340"/>
                  </a:cubicBezTo>
                  <a:cubicBezTo>
                    <a:pt x="11150" y="12529"/>
                    <a:pt x="11400" y="12624"/>
                    <a:pt x="11650" y="12624"/>
                  </a:cubicBezTo>
                  <a:cubicBezTo>
                    <a:pt x="11899" y="12624"/>
                    <a:pt x="12148" y="12529"/>
                    <a:pt x="12337" y="12340"/>
                  </a:cubicBezTo>
                  <a:cubicBezTo>
                    <a:pt x="12717" y="11962"/>
                    <a:pt x="12717" y="11340"/>
                    <a:pt x="12337" y="10962"/>
                  </a:cubicBezTo>
                  <a:cubicBezTo>
                    <a:pt x="12307" y="10931"/>
                    <a:pt x="12266" y="10916"/>
                    <a:pt x="12232" y="10892"/>
                  </a:cubicBezTo>
                  <a:cubicBezTo>
                    <a:pt x="12807" y="10107"/>
                    <a:pt x="13200" y="9182"/>
                    <a:pt x="13355" y="8179"/>
                  </a:cubicBezTo>
                  <a:cubicBezTo>
                    <a:pt x="13398" y="8186"/>
                    <a:pt x="13436" y="8203"/>
                    <a:pt x="13480" y="8203"/>
                  </a:cubicBezTo>
                  <a:cubicBezTo>
                    <a:pt x="14015" y="8203"/>
                    <a:pt x="14454" y="7764"/>
                    <a:pt x="14454" y="7229"/>
                  </a:cubicBezTo>
                  <a:cubicBezTo>
                    <a:pt x="14454" y="6693"/>
                    <a:pt x="14015" y="6255"/>
                    <a:pt x="13480" y="6255"/>
                  </a:cubicBezTo>
                  <a:cubicBezTo>
                    <a:pt x="13436" y="6255"/>
                    <a:pt x="13398" y="6274"/>
                    <a:pt x="13355" y="6278"/>
                  </a:cubicBezTo>
                  <a:cubicBezTo>
                    <a:pt x="13199" y="5274"/>
                    <a:pt x="12807" y="4351"/>
                    <a:pt x="12232" y="3566"/>
                  </a:cubicBezTo>
                  <a:cubicBezTo>
                    <a:pt x="12266" y="3541"/>
                    <a:pt x="12307" y="3528"/>
                    <a:pt x="12337" y="3496"/>
                  </a:cubicBezTo>
                  <a:cubicBezTo>
                    <a:pt x="12717" y="3117"/>
                    <a:pt x="12717" y="2496"/>
                    <a:pt x="12337" y="2118"/>
                  </a:cubicBezTo>
                  <a:cubicBezTo>
                    <a:pt x="12148" y="1929"/>
                    <a:pt x="11899" y="1834"/>
                    <a:pt x="11650" y="1834"/>
                  </a:cubicBezTo>
                  <a:cubicBezTo>
                    <a:pt x="11400" y="1834"/>
                    <a:pt x="11150" y="1929"/>
                    <a:pt x="10961" y="2118"/>
                  </a:cubicBezTo>
                  <a:cubicBezTo>
                    <a:pt x="10929" y="2151"/>
                    <a:pt x="10917" y="2189"/>
                    <a:pt x="10891" y="2223"/>
                  </a:cubicBezTo>
                  <a:cubicBezTo>
                    <a:pt x="10105" y="1647"/>
                    <a:pt x="9183" y="1255"/>
                    <a:pt x="8177" y="1099"/>
                  </a:cubicBezTo>
                  <a:cubicBezTo>
                    <a:pt x="8184" y="1056"/>
                    <a:pt x="8203" y="1018"/>
                    <a:pt x="8203" y="974"/>
                  </a:cubicBezTo>
                  <a:cubicBezTo>
                    <a:pt x="8203" y="437"/>
                    <a:pt x="7765" y="0"/>
                    <a:pt x="7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748;p59">
              <a:extLst>
                <a:ext uri="{FF2B5EF4-FFF2-40B4-BE49-F238E27FC236}">
                  <a16:creationId xmlns:a16="http://schemas.microsoft.com/office/drawing/2014/main" id="{CF86C247-78B6-43D9-9E2A-D26C4FF12DFB}"/>
                </a:ext>
              </a:extLst>
            </p:cNvPr>
            <p:cNvSpPr/>
            <p:nvPr/>
          </p:nvSpPr>
          <p:spPr>
            <a:xfrm>
              <a:off x="8036381" y="1375799"/>
              <a:ext cx="692971" cy="693467"/>
            </a:xfrm>
            <a:custGeom>
              <a:avLst/>
              <a:gdLst/>
              <a:ahLst/>
              <a:cxnLst/>
              <a:rect l="l" t="t" r="r" b="b"/>
              <a:pathLst>
                <a:path w="9786" h="9793" extrusionOk="0">
                  <a:moveTo>
                    <a:pt x="4894" y="1765"/>
                  </a:moveTo>
                  <a:cubicBezTo>
                    <a:pt x="6621" y="1765"/>
                    <a:pt x="8022" y="3165"/>
                    <a:pt x="8022" y="4895"/>
                  </a:cubicBezTo>
                  <a:cubicBezTo>
                    <a:pt x="8022" y="6624"/>
                    <a:pt x="6621" y="8022"/>
                    <a:pt x="4894" y="8022"/>
                  </a:cubicBezTo>
                  <a:cubicBezTo>
                    <a:pt x="3166" y="8022"/>
                    <a:pt x="1765" y="6622"/>
                    <a:pt x="1765" y="4895"/>
                  </a:cubicBezTo>
                  <a:cubicBezTo>
                    <a:pt x="1765" y="3166"/>
                    <a:pt x="3166" y="1765"/>
                    <a:pt x="4894" y="1765"/>
                  </a:cubicBezTo>
                  <a:close/>
                  <a:moveTo>
                    <a:pt x="4892" y="1"/>
                  </a:moveTo>
                  <a:cubicBezTo>
                    <a:pt x="4529" y="1"/>
                    <a:pt x="4234" y="297"/>
                    <a:pt x="4234" y="660"/>
                  </a:cubicBezTo>
                  <a:cubicBezTo>
                    <a:pt x="4234" y="691"/>
                    <a:pt x="4247" y="714"/>
                    <a:pt x="4250" y="746"/>
                  </a:cubicBezTo>
                  <a:cubicBezTo>
                    <a:pt x="3571" y="850"/>
                    <a:pt x="2943" y="1117"/>
                    <a:pt x="2413" y="1506"/>
                  </a:cubicBezTo>
                  <a:cubicBezTo>
                    <a:pt x="2395" y="1483"/>
                    <a:pt x="2387" y="1454"/>
                    <a:pt x="2365" y="1434"/>
                  </a:cubicBezTo>
                  <a:cubicBezTo>
                    <a:pt x="2236" y="1305"/>
                    <a:pt x="2067" y="1241"/>
                    <a:pt x="1898" y="1241"/>
                  </a:cubicBezTo>
                  <a:cubicBezTo>
                    <a:pt x="1729" y="1241"/>
                    <a:pt x="1560" y="1305"/>
                    <a:pt x="1432" y="1434"/>
                  </a:cubicBezTo>
                  <a:cubicBezTo>
                    <a:pt x="1175" y="1691"/>
                    <a:pt x="1175" y="2110"/>
                    <a:pt x="1432" y="2366"/>
                  </a:cubicBezTo>
                  <a:cubicBezTo>
                    <a:pt x="1453" y="2390"/>
                    <a:pt x="1480" y="2398"/>
                    <a:pt x="1503" y="2416"/>
                  </a:cubicBezTo>
                  <a:cubicBezTo>
                    <a:pt x="1113" y="2947"/>
                    <a:pt x="847" y="3570"/>
                    <a:pt x="743" y="4253"/>
                  </a:cubicBezTo>
                  <a:cubicBezTo>
                    <a:pt x="714" y="4249"/>
                    <a:pt x="688" y="4235"/>
                    <a:pt x="660" y="4235"/>
                  </a:cubicBezTo>
                  <a:cubicBezTo>
                    <a:pt x="297" y="4235"/>
                    <a:pt x="1" y="4532"/>
                    <a:pt x="1" y="4896"/>
                  </a:cubicBezTo>
                  <a:cubicBezTo>
                    <a:pt x="1" y="5260"/>
                    <a:pt x="298" y="5555"/>
                    <a:pt x="660" y="5555"/>
                  </a:cubicBezTo>
                  <a:cubicBezTo>
                    <a:pt x="690" y="5555"/>
                    <a:pt x="716" y="5543"/>
                    <a:pt x="743" y="5539"/>
                  </a:cubicBezTo>
                  <a:cubicBezTo>
                    <a:pt x="847" y="6218"/>
                    <a:pt x="1114" y="6843"/>
                    <a:pt x="1503" y="7376"/>
                  </a:cubicBezTo>
                  <a:cubicBezTo>
                    <a:pt x="1482" y="7392"/>
                    <a:pt x="1454" y="7402"/>
                    <a:pt x="1432" y="7424"/>
                  </a:cubicBezTo>
                  <a:cubicBezTo>
                    <a:pt x="1175" y="7680"/>
                    <a:pt x="1175" y="8101"/>
                    <a:pt x="1432" y="8357"/>
                  </a:cubicBezTo>
                  <a:cubicBezTo>
                    <a:pt x="1560" y="8485"/>
                    <a:pt x="1729" y="8550"/>
                    <a:pt x="1898" y="8550"/>
                  </a:cubicBezTo>
                  <a:cubicBezTo>
                    <a:pt x="2067" y="8550"/>
                    <a:pt x="2236" y="8485"/>
                    <a:pt x="2365" y="8357"/>
                  </a:cubicBezTo>
                  <a:cubicBezTo>
                    <a:pt x="2386" y="8336"/>
                    <a:pt x="2395" y="8307"/>
                    <a:pt x="2413" y="8285"/>
                  </a:cubicBezTo>
                  <a:cubicBezTo>
                    <a:pt x="2943" y="8676"/>
                    <a:pt x="3571" y="8940"/>
                    <a:pt x="4250" y="9046"/>
                  </a:cubicBezTo>
                  <a:cubicBezTo>
                    <a:pt x="4247" y="9075"/>
                    <a:pt x="4234" y="9101"/>
                    <a:pt x="4234" y="9131"/>
                  </a:cubicBezTo>
                  <a:cubicBezTo>
                    <a:pt x="4234" y="9494"/>
                    <a:pt x="4529" y="9792"/>
                    <a:pt x="4892" y="9792"/>
                  </a:cubicBezTo>
                  <a:cubicBezTo>
                    <a:pt x="5255" y="9792"/>
                    <a:pt x="5551" y="9494"/>
                    <a:pt x="5551" y="9131"/>
                  </a:cubicBezTo>
                  <a:cubicBezTo>
                    <a:pt x="5551" y="9101"/>
                    <a:pt x="5538" y="9075"/>
                    <a:pt x="5535" y="9046"/>
                  </a:cubicBezTo>
                  <a:cubicBezTo>
                    <a:pt x="6214" y="8940"/>
                    <a:pt x="6839" y="8676"/>
                    <a:pt x="7372" y="8285"/>
                  </a:cubicBezTo>
                  <a:cubicBezTo>
                    <a:pt x="7391" y="8309"/>
                    <a:pt x="7399" y="8336"/>
                    <a:pt x="7420" y="8357"/>
                  </a:cubicBezTo>
                  <a:cubicBezTo>
                    <a:pt x="7548" y="8485"/>
                    <a:pt x="7717" y="8550"/>
                    <a:pt x="7886" y="8550"/>
                  </a:cubicBezTo>
                  <a:cubicBezTo>
                    <a:pt x="8055" y="8550"/>
                    <a:pt x="8225" y="8485"/>
                    <a:pt x="8353" y="8357"/>
                  </a:cubicBezTo>
                  <a:cubicBezTo>
                    <a:pt x="8610" y="8101"/>
                    <a:pt x="8610" y="7680"/>
                    <a:pt x="8353" y="7424"/>
                  </a:cubicBezTo>
                  <a:cubicBezTo>
                    <a:pt x="8331" y="7403"/>
                    <a:pt x="8303" y="7392"/>
                    <a:pt x="8281" y="7376"/>
                  </a:cubicBezTo>
                  <a:cubicBezTo>
                    <a:pt x="8670" y="6843"/>
                    <a:pt x="8936" y="6220"/>
                    <a:pt x="9040" y="5539"/>
                  </a:cubicBezTo>
                  <a:cubicBezTo>
                    <a:pt x="9070" y="5542"/>
                    <a:pt x="9096" y="5555"/>
                    <a:pt x="9127" y="5555"/>
                  </a:cubicBezTo>
                  <a:cubicBezTo>
                    <a:pt x="9490" y="5555"/>
                    <a:pt x="9785" y="5260"/>
                    <a:pt x="9785" y="4896"/>
                  </a:cubicBezTo>
                  <a:cubicBezTo>
                    <a:pt x="9785" y="4532"/>
                    <a:pt x="9490" y="4235"/>
                    <a:pt x="9127" y="4235"/>
                  </a:cubicBezTo>
                  <a:cubicBezTo>
                    <a:pt x="9096" y="4235"/>
                    <a:pt x="9070" y="4249"/>
                    <a:pt x="9040" y="4253"/>
                  </a:cubicBezTo>
                  <a:cubicBezTo>
                    <a:pt x="8936" y="3573"/>
                    <a:pt x="8670" y="2947"/>
                    <a:pt x="8281" y="2416"/>
                  </a:cubicBezTo>
                  <a:cubicBezTo>
                    <a:pt x="8303" y="2398"/>
                    <a:pt x="8331" y="2390"/>
                    <a:pt x="8353" y="2366"/>
                  </a:cubicBezTo>
                  <a:cubicBezTo>
                    <a:pt x="8610" y="2110"/>
                    <a:pt x="8610" y="1691"/>
                    <a:pt x="8353" y="1434"/>
                  </a:cubicBezTo>
                  <a:cubicBezTo>
                    <a:pt x="8225" y="1305"/>
                    <a:pt x="8055" y="1241"/>
                    <a:pt x="7886" y="1241"/>
                  </a:cubicBezTo>
                  <a:cubicBezTo>
                    <a:pt x="7717" y="1241"/>
                    <a:pt x="7548" y="1305"/>
                    <a:pt x="7420" y="1434"/>
                  </a:cubicBezTo>
                  <a:cubicBezTo>
                    <a:pt x="7399" y="1454"/>
                    <a:pt x="7391" y="1484"/>
                    <a:pt x="7372" y="1506"/>
                  </a:cubicBezTo>
                  <a:cubicBezTo>
                    <a:pt x="6840" y="1117"/>
                    <a:pt x="6214" y="850"/>
                    <a:pt x="5535" y="746"/>
                  </a:cubicBezTo>
                  <a:cubicBezTo>
                    <a:pt x="5538" y="716"/>
                    <a:pt x="5551" y="691"/>
                    <a:pt x="5551" y="660"/>
                  </a:cubicBezTo>
                  <a:cubicBezTo>
                    <a:pt x="5551" y="297"/>
                    <a:pt x="5255" y="1"/>
                    <a:pt x="48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749;p59">
              <a:extLst>
                <a:ext uri="{FF2B5EF4-FFF2-40B4-BE49-F238E27FC236}">
                  <a16:creationId xmlns:a16="http://schemas.microsoft.com/office/drawing/2014/main" id="{AE91586F-FD4C-4B4D-889D-820B598D3776}"/>
                </a:ext>
              </a:extLst>
            </p:cNvPr>
            <p:cNvSpPr/>
            <p:nvPr/>
          </p:nvSpPr>
          <p:spPr>
            <a:xfrm flipH="1">
              <a:off x="8042177" y="3778231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750;p59">
              <a:extLst>
                <a:ext uri="{FF2B5EF4-FFF2-40B4-BE49-F238E27FC236}">
                  <a16:creationId xmlns:a16="http://schemas.microsoft.com/office/drawing/2014/main" id="{0BB4387F-E493-48C7-91D4-A9CE314DC3E1}"/>
                </a:ext>
              </a:extLst>
            </p:cNvPr>
            <p:cNvSpPr/>
            <p:nvPr/>
          </p:nvSpPr>
          <p:spPr>
            <a:xfrm flipH="1">
              <a:off x="7820738" y="3481725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751;p59">
              <a:extLst>
                <a:ext uri="{FF2B5EF4-FFF2-40B4-BE49-F238E27FC236}">
                  <a16:creationId xmlns:a16="http://schemas.microsoft.com/office/drawing/2014/main" id="{1E834963-0547-48EE-9764-988F82EF14F9}"/>
                </a:ext>
              </a:extLst>
            </p:cNvPr>
            <p:cNvSpPr/>
            <p:nvPr/>
          </p:nvSpPr>
          <p:spPr>
            <a:xfrm flipH="1">
              <a:off x="8138987" y="3294352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752;p59">
              <a:extLst>
                <a:ext uri="{FF2B5EF4-FFF2-40B4-BE49-F238E27FC236}">
                  <a16:creationId xmlns:a16="http://schemas.microsoft.com/office/drawing/2014/main" id="{F7295F41-D0C7-43FB-883C-1A9CADD1930F}"/>
                </a:ext>
              </a:extLst>
            </p:cNvPr>
            <p:cNvSpPr/>
            <p:nvPr/>
          </p:nvSpPr>
          <p:spPr>
            <a:xfrm>
              <a:off x="5621607" y="1459207"/>
              <a:ext cx="381821" cy="379767"/>
            </a:xfrm>
            <a:custGeom>
              <a:avLst/>
              <a:gdLst/>
              <a:ahLst/>
              <a:cxnLst/>
              <a:rect l="l" t="t" r="r" b="b"/>
              <a:pathLst>
                <a:path w="5392" h="5363" extrusionOk="0">
                  <a:moveTo>
                    <a:pt x="2695" y="1"/>
                  </a:moveTo>
                  <a:lnTo>
                    <a:pt x="2069" y="2069"/>
                  </a:lnTo>
                  <a:lnTo>
                    <a:pt x="1" y="2683"/>
                  </a:lnTo>
                  <a:lnTo>
                    <a:pt x="2069" y="3294"/>
                  </a:lnTo>
                  <a:lnTo>
                    <a:pt x="2695" y="5362"/>
                  </a:lnTo>
                  <a:lnTo>
                    <a:pt x="3323" y="3294"/>
                  </a:lnTo>
                  <a:lnTo>
                    <a:pt x="5391" y="2683"/>
                  </a:lnTo>
                  <a:lnTo>
                    <a:pt x="3323" y="2069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753;p59">
              <a:extLst>
                <a:ext uri="{FF2B5EF4-FFF2-40B4-BE49-F238E27FC236}">
                  <a16:creationId xmlns:a16="http://schemas.microsoft.com/office/drawing/2014/main" id="{DDE395FC-F274-4E94-9F20-D5E20DB4AAA8}"/>
                </a:ext>
              </a:extLst>
            </p:cNvPr>
            <p:cNvSpPr/>
            <p:nvPr/>
          </p:nvSpPr>
          <p:spPr>
            <a:xfrm>
              <a:off x="5400168" y="1915183"/>
              <a:ext cx="221431" cy="220298"/>
            </a:xfrm>
            <a:custGeom>
              <a:avLst/>
              <a:gdLst/>
              <a:ahLst/>
              <a:cxnLst/>
              <a:rect l="l" t="t" r="r" b="b"/>
              <a:pathLst>
                <a:path w="3127" h="3111" extrusionOk="0">
                  <a:moveTo>
                    <a:pt x="1564" y="1"/>
                  </a:moveTo>
                  <a:lnTo>
                    <a:pt x="1199" y="1202"/>
                  </a:lnTo>
                  <a:lnTo>
                    <a:pt x="1" y="1556"/>
                  </a:lnTo>
                  <a:lnTo>
                    <a:pt x="1199" y="1912"/>
                  </a:lnTo>
                  <a:lnTo>
                    <a:pt x="1564" y="3110"/>
                  </a:lnTo>
                  <a:lnTo>
                    <a:pt x="1927" y="1912"/>
                  </a:lnTo>
                  <a:lnTo>
                    <a:pt x="3127" y="1556"/>
                  </a:lnTo>
                  <a:lnTo>
                    <a:pt x="1927" y="1202"/>
                  </a:lnTo>
                  <a:lnTo>
                    <a:pt x="15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754;p59">
              <a:extLst>
                <a:ext uri="{FF2B5EF4-FFF2-40B4-BE49-F238E27FC236}">
                  <a16:creationId xmlns:a16="http://schemas.microsoft.com/office/drawing/2014/main" id="{15B93A36-8148-44F5-9597-8996E03235F3}"/>
                </a:ext>
              </a:extLst>
            </p:cNvPr>
            <p:cNvSpPr/>
            <p:nvPr/>
          </p:nvSpPr>
          <p:spPr>
            <a:xfrm>
              <a:off x="5718417" y="2135483"/>
              <a:ext cx="188220" cy="187370"/>
            </a:xfrm>
            <a:custGeom>
              <a:avLst/>
              <a:gdLst/>
              <a:ahLst/>
              <a:cxnLst/>
              <a:rect l="l" t="t" r="r" b="b"/>
              <a:pathLst>
                <a:path w="2658" h="2646" extrusionOk="0">
                  <a:moveTo>
                    <a:pt x="1329" y="0"/>
                  </a:moveTo>
                  <a:lnTo>
                    <a:pt x="1020" y="1021"/>
                  </a:lnTo>
                  <a:lnTo>
                    <a:pt x="0" y="1322"/>
                  </a:lnTo>
                  <a:lnTo>
                    <a:pt x="1020" y="1625"/>
                  </a:lnTo>
                  <a:lnTo>
                    <a:pt x="1329" y="2645"/>
                  </a:lnTo>
                  <a:lnTo>
                    <a:pt x="1637" y="1625"/>
                  </a:lnTo>
                  <a:lnTo>
                    <a:pt x="2658" y="1322"/>
                  </a:lnTo>
                  <a:lnTo>
                    <a:pt x="1637" y="1021"/>
                  </a:lnTo>
                  <a:lnTo>
                    <a:pt x="13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755;p59">
              <a:extLst>
                <a:ext uri="{FF2B5EF4-FFF2-40B4-BE49-F238E27FC236}">
                  <a16:creationId xmlns:a16="http://schemas.microsoft.com/office/drawing/2014/main" id="{644E3D01-92DC-4D85-928C-40188A1D3A69}"/>
                </a:ext>
              </a:extLst>
            </p:cNvPr>
            <p:cNvGrpSpPr/>
            <p:nvPr/>
          </p:nvGrpSpPr>
          <p:grpSpPr>
            <a:xfrm>
              <a:off x="5628768" y="1611607"/>
              <a:ext cx="2795229" cy="1920286"/>
              <a:chOff x="5628768" y="1611607"/>
              <a:chExt cx="2795229" cy="1920286"/>
            </a:xfrm>
          </p:grpSpPr>
          <p:sp>
            <p:nvSpPr>
              <p:cNvPr id="154" name="Google Shape;1756;p59">
                <a:extLst>
                  <a:ext uri="{FF2B5EF4-FFF2-40B4-BE49-F238E27FC236}">
                    <a16:creationId xmlns:a16="http://schemas.microsoft.com/office/drawing/2014/main" id="{53BF0FFF-3EE3-4846-9A2A-F6E83A679F2C}"/>
                  </a:ext>
                </a:extLst>
              </p:cNvPr>
              <p:cNvSpPr/>
              <p:nvPr/>
            </p:nvSpPr>
            <p:spPr>
              <a:xfrm>
                <a:off x="6208751" y="1739243"/>
                <a:ext cx="1635108" cy="1635139"/>
              </a:xfrm>
              <a:custGeom>
                <a:avLst/>
                <a:gdLst/>
                <a:ahLst/>
                <a:cxnLst/>
                <a:rect l="l" t="t" r="r" b="b"/>
                <a:pathLst>
                  <a:path w="52652" h="52653" extrusionOk="0">
                    <a:moveTo>
                      <a:pt x="26326" y="0"/>
                    </a:moveTo>
                    <a:cubicBezTo>
                      <a:pt x="19344" y="0"/>
                      <a:pt x="12649" y="2774"/>
                      <a:pt x="7711" y="7712"/>
                    </a:cubicBezTo>
                    <a:cubicBezTo>
                      <a:pt x="2774" y="12648"/>
                      <a:pt x="1" y="19344"/>
                      <a:pt x="1" y="26326"/>
                    </a:cubicBezTo>
                    <a:cubicBezTo>
                      <a:pt x="1" y="33308"/>
                      <a:pt x="2774" y="40005"/>
                      <a:pt x="7711" y="44942"/>
                    </a:cubicBezTo>
                    <a:cubicBezTo>
                      <a:pt x="12649" y="49879"/>
                      <a:pt x="19344" y="52653"/>
                      <a:pt x="26326" y="52653"/>
                    </a:cubicBezTo>
                    <a:cubicBezTo>
                      <a:pt x="33308" y="52653"/>
                      <a:pt x="40004" y="49879"/>
                      <a:pt x="44942" y="44942"/>
                    </a:cubicBezTo>
                    <a:cubicBezTo>
                      <a:pt x="49878" y="40005"/>
                      <a:pt x="52652" y="33308"/>
                      <a:pt x="52652" y="26326"/>
                    </a:cubicBezTo>
                    <a:cubicBezTo>
                      <a:pt x="52652" y="19344"/>
                      <a:pt x="49878" y="12648"/>
                      <a:pt x="44942" y="7712"/>
                    </a:cubicBezTo>
                    <a:cubicBezTo>
                      <a:pt x="40004" y="2774"/>
                      <a:pt x="33308" y="0"/>
                      <a:pt x="263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757;p59">
                <a:extLst>
                  <a:ext uri="{FF2B5EF4-FFF2-40B4-BE49-F238E27FC236}">
                    <a16:creationId xmlns:a16="http://schemas.microsoft.com/office/drawing/2014/main" id="{83F02805-0526-4AB4-9FD5-F8FBC328F429}"/>
                  </a:ext>
                </a:extLst>
              </p:cNvPr>
              <p:cNvSpPr/>
              <p:nvPr/>
            </p:nvSpPr>
            <p:spPr>
              <a:xfrm>
                <a:off x="6955096" y="1739243"/>
                <a:ext cx="888887" cy="1635263"/>
              </a:xfrm>
              <a:custGeom>
                <a:avLst/>
                <a:gdLst/>
                <a:ahLst/>
                <a:cxnLst/>
                <a:rect l="l" t="t" r="r" b="b"/>
                <a:pathLst>
                  <a:path w="28623" h="52657" extrusionOk="0">
                    <a:moveTo>
                      <a:pt x="2295" y="0"/>
                    </a:moveTo>
                    <a:cubicBezTo>
                      <a:pt x="1521" y="0"/>
                      <a:pt x="757" y="35"/>
                      <a:pt x="1" y="102"/>
                    </a:cubicBezTo>
                    <a:cubicBezTo>
                      <a:pt x="13467" y="1264"/>
                      <a:pt x="24033" y="12562"/>
                      <a:pt x="24033" y="26329"/>
                    </a:cubicBezTo>
                    <a:cubicBezTo>
                      <a:pt x="24033" y="40096"/>
                      <a:pt x="13467" y="51392"/>
                      <a:pt x="1" y="52556"/>
                    </a:cubicBezTo>
                    <a:cubicBezTo>
                      <a:pt x="757" y="52620"/>
                      <a:pt x="1522" y="52657"/>
                      <a:pt x="2295" y="52657"/>
                    </a:cubicBezTo>
                    <a:cubicBezTo>
                      <a:pt x="16835" y="52657"/>
                      <a:pt x="28622" y="40869"/>
                      <a:pt x="28622" y="26330"/>
                    </a:cubicBezTo>
                    <a:cubicBezTo>
                      <a:pt x="28623" y="11787"/>
                      <a:pt x="16835" y="0"/>
                      <a:pt x="229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758;p59">
                <a:extLst>
                  <a:ext uri="{FF2B5EF4-FFF2-40B4-BE49-F238E27FC236}">
                    <a16:creationId xmlns:a16="http://schemas.microsoft.com/office/drawing/2014/main" id="{956A1892-EE86-4D08-8621-FF0FE5C2B31E}"/>
                  </a:ext>
                </a:extLst>
              </p:cNvPr>
              <p:cNvSpPr/>
              <p:nvPr/>
            </p:nvSpPr>
            <p:spPr>
              <a:xfrm>
                <a:off x="6799448" y="2099388"/>
                <a:ext cx="453900" cy="446478"/>
              </a:xfrm>
              <a:custGeom>
                <a:avLst/>
                <a:gdLst/>
                <a:ahLst/>
                <a:cxnLst/>
                <a:rect l="l" t="t" r="r" b="b"/>
                <a:pathLst>
                  <a:path w="14616" h="14377" extrusionOk="0">
                    <a:moveTo>
                      <a:pt x="8326" y="1885"/>
                    </a:moveTo>
                    <a:cubicBezTo>
                      <a:pt x="10755" y="1885"/>
                      <a:pt x="12728" y="3861"/>
                      <a:pt x="12728" y="6287"/>
                    </a:cubicBezTo>
                    <a:lnTo>
                      <a:pt x="12728" y="8090"/>
                    </a:lnTo>
                    <a:cubicBezTo>
                      <a:pt x="12728" y="10518"/>
                      <a:pt x="10753" y="12492"/>
                      <a:pt x="8326" y="12492"/>
                    </a:cubicBezTo>
                    <a:lnTo>
                      <a:pt x="6289" y="12492"/>
                    </a:lnTo>
                    <a:cubicBezTo>
                      <a:pt x="3860" y="12492"/>
                      <a:pt x="1886" y="10518"/>
                      <a:pt x="1886" y="8090"/>
                    </a:cubicBezTo>
                    <a:lnTo>
                      <a:pt x="1886" y="6287"/>
                    </a:lnTo>
                    <a:cubicBezTo>
                      <a:pt x="1886" y="3861"/>
                      <a:pt x="3862" y="1885"/>
                      <a:pt x="6289" y="1885"/>
                    </a:cubicBezTo>
                    <a:close/>
                    <a:moveTo>
                      <a:pt x="6289" y="1"/>
                    </a:moveTo>
                    <a:cubicBezTo>
                      <a:pt x="2823" y="1"/>
                      <a:pt x="1" y="2821"/>
                      <a:pt x="1" y="6287"/>
                    </a:cubicBezTo>
                    <a:lnTo>
                      <a:pt x="1" y="8090"/>
                    </a:lnTo>
                    <a:cubicBezTo>
                      <a:pt x="1" y="11557"/>
                      <a:pt x="2823" y="14376"/>
                      <a:pt x="6289" y="14376"/>
                    </a:cubicBezTo>
                    <a:lnTo>
                      <a:pt x="8326" y="14376"/>
                    </a:lnTo>
                    <a:cubicBezTo>
                      <a:pt x="11794" y="14376"/>
                      <a:pt x="14613" y="11554"/>
                      <a:pt x="14616" y="8090"/>
                    </a:cubicBezTo>
                    <a:lnTo>
                      <a:pt x="14616" y="6287"/>
                    </a:lnTo>
                    <a:cubicBezTo>
                      <a:pt x="14616" y="2821"/>
                      <a:pt x="11794" y="1"/>
                      <a:pt x="8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759;p59">
                <a:extLst>
                  <a:ext uri="{FF2B5EF4-FFF2-40B4-BE49-F238E27FC236}">
                    <a16:creationId xmlns:a16="http://schemas.microsoft.com/office/drawing/2014/main" id="{74A636D5-7F92-4BDB-9D07-138B80B6A283}"/>
                  </a:ext>
                </a:extLst>
              </p:cNvPr>
              <p:cNvSpPr/>
              <p:nvPr/>
            </p:nvSpPr>
            <p:spPr>
              <a:xfrm>
                <a:off x="6696967" y="2355561"/>
                <a:ext cx="658770" cy="658708"/>
              </a:xfrm>
              <a:custGeom>
                <a:avLst/>
                <a:gdLst/>
                <a:ahLst/>
                <a:cxnLst/>
                <a:rect l="l" t="t" r="r" b="b"/>
                <a:pathLst>
                  <a:path w="21213" h="21211" extrusionOk="0">
                    <a:moveTo>
                      <a:pt x="6169" y="0"/>
                    </a:moveTo>
                    <a:cubicBezTo>
                      <a:pt x="2775" y="0"/>
                      <a:pt x="1" y="2776"/>
                      <a:pt x="1" y="6167"/>
                    </a:cubicBezTo>
                    <a:lnTo>
                      <a:pt x="1" y="15044"/>
                    </a:lnTo>
                    <a:cubicBezTo>
                      <a:pt x="1" y="18438"/>
                      <a:pt x="2777" y="21211"/>
                      <a:pt x="6169" y="21211"/>
                    </a:cubicBezTo>
                    <a:lnTo>
                      <a:pt x="15046" y="21211"/>
                    </a:lnTo>
                    <a:cubicBezTo>
                      <a:pt x="18437" y="21211"/>
                      <a:pt x="21213" y="18438"/>
                      <a:pt x="21213" y="15044"/>
                    </a:cubicBezTo>
                    <a:lnTo>
                      <a:pt x="21213" y="6167"/>
                    </a:lnTo>
                    <a:cubicBezTo>
                      <a:pt x="21213" y="2776"/>
                      <a:pt x="18438" y="0"/>
                      <a:pt x="1504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760;p59">
                <a:extLst>
                  <a:ext uri="{FF2B5EF4-FFF2-40B4-BE49-F238E27FC236}">
                    <a16:creationId xmlns:a16="http://schemas.microsoft.com/office/drawing/2014/main" id="{FDE30D8B-7DC1-48A5-9A0A-81412916D272}"/>
                  </a:ext>
                </a:extLst>
              </p:cNvPr>
              <p:cNvSpPr/>
              <p:nvPr/>
            </p:nvSpPr>
            <p:spPr>
              <a:xfrm>
                <a:off x="6738487" y="2396988"/>
                <a:ext cx="617249" cy="617280"/>
              </a:xfrm>
              <a:custGeom>
                <a:avLst/>
                <a:gdLst/>
                <a:ahLst/>
                <a:cxnLst/>
                <a:rect l="l" t="t" r="r" b="b"/>
                <a:pathLst>
                  <a:path w="19876" h="19877" extrusionOk="0">
                    <a:moveTo>
                      <a:pt x="17524" y="0"/>
                    </a:moveTo>
                    <a:cubicBezTo>
                      <a:pt x="18357" y="1053"/>
                      <a:pt x="18858" y="2377"/>
                      <a:pt x="18858" y="3815"/>
                    </a:cubicBezTo>
                    <a:lnTo>
                      <a:pt x="18858" y="12692"/>
                    </a:lnTo>
                    <a:cubicBezTo>
                      <a:pt x="18858" y="16086"/>
                      <a:pt x="16083" y="18860"/>
                      <a:pt x="12691" y="18860"/>
                    </a:cubicBezTo>
                    <a:lnTo>
                      <a:pt x="3813" y="18860"/>
                    </a:lnTo>
                    <a:cubicBezTo>
                      <a:pt x="2375" y="18860"/>
                      <a:pt x="1052" y="18357"/>
                      <a:pt x="0" y="17525"/>
                    </a:cubicBezTo>
                    <a:lnTo>
                      <a:pt x="0" y="17525"/>
                    </a:lnTo>
                    <a:cubicBezTo>
                      <a:pt x="1132" y="18955"/>
                      <a:pt x="2876" y="19877"/>
                      <a:pt x="4832" y="19877"/>
                    </a:cubicBezTo>
                    <a:lnTo>
                      <a:pt x="13709" y="19877"/>
                    </a:lnTo>
                    <a:cubicBezTo>
                      <a:pt x="17101" y="19877"/>
                      <a:pt x="19876" y="17104"/>
                      <a:pt x="19876" y="13710"/>
                    </a:cubicBezTo>
                    <a:lnTo>
                      <a:pt x="19876" y="4833"/>
                    </a:lnTo>
                    <a:cubicBezTo>
                      <a:pt x="19876" y="2879"/>
                      <a:pt x="18952" y="1133"/>
                      <a:pt x="175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761;p59">
                <a:extLst>
                  <a:ext uri="{FF2B5EF4-FFF2-40B4-BE49-F238E27FC236}">
                    <a16:creationId xmlns:a16="http://schemas.microsoft.com/office/drawing/2014/main" id="{80BA7576-E679-478B-9703-D5DAFB117286}"/>
                  </a:ext>
                </a:extLst>
              </p:cNvPr>
              <p:cNvSpPr/>
              <p:nvPr/>
            </p:nvSpPr>
            <p:spPr>
              <a:xfrm>
                <a:off x="6927457" y="2510556"/>
                <a:ext cx="197789" cy="389554"/>
              </a:xfrm>
              <a:custGeom>
                <a:avLst/>
                <a:gdLst/>
                <a:ahLst/>
                <a:cxnLst/>
                <a:rect l="l" t="t" r="r" b="b"/>
                <a:pathLst>
                  <a:path w="6369" h="12544" extrusionOk="0">
                    <a:moveTo>
                      <a:pt x="3185" y="1"/>
                    </a:moveTo>
                    <a:cubicBezTo>
                      <a:pt x="1428" y="1"/>
                      <a:pt x="1" y="1425"/>
                      <a:pt x="1" y="3185"/>
                    </a:cubicBezTo>
                    <a:cubicBezTo>
                      <a:pt x="1" y="4445"/>
                      <a:pt x="741" y="5525"/>
                      <a:pt x="1803" y="6041"/>
                    </a:cubicBezTo>
                    <a:lnTo>
                      <a:pt x="221" y="12003"/>
                    </a:lnTo>
                    <a:cubicBezTo>
                      <a:pt x="160" y="12300"/>
                      <a:pt x="359" y="12543"/>
                      <a:pt x="663" y="12543"/>
                    </a:cubicBezTo>
                    <a:lnTo>
                      <a:pt x="5704" y="12543"/>
                    </a:lnTo>
                    <a:cubicBezTo>
                      <a:pt x="6007" y="12543"/>
                      <a:pt x="6208" y="12300"/>
                      <a:pt x="6147" y="12003"/>
                    </a:cubicBezTo>
                    <a:lnTo>
                      <a:pt x="4565" y="6038"/>
                    </a:lnTo>
                    <a:cubicBezTo>
                      <a:pt x="5627" y="5523"/>
                      <a:pt x="6369" y="4445"/>
                      <a:pt x="6369" y="3185"/>
                    </a:cubicBezTo>
                    <a:cubicBezTo>
                      <a:pt x="6369" y="1425"/>
                      <a:pt x="4944" y="1"/>
                      <a:pt x="318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762;p59">
                <a:extLst>
                  <a:ext uri="{FF2B5EF4-FFF2-40B4-BE49-F238E27FC236}">
                    <a16:creationId xmlns:a16="http://schemas.microsoft.com/office/drawing/2014/main" id="{6442509C-6F4B-4580-B081-A4D84334D747}"/>
                  </a:ext>
                </a:extLst>
              </p:cNvPr>
              <p:cNvSpPr/>
              <p:nvPr/>
            </p:nvSpPr>
            <p:spPr>
              <a:xfrm>
                <a:off x="5628768" y="2451396"/>
                <a:ext cx="868670" cy="1080497"/>
              </a:xfrm>
              <a:custGeom>
                <a:avLst/>
                <a:gdLst/>
                <a:ahLst/>
                <a:cxnLst/>
                <a:rect l="l" t="t" r="r" b="b"/>
                <a:pathLst>
                  <a:path w="27972" h="34793" extrusionOk="0">
                    <a:moveTo>
                      <a:pt x="0" y="1"/>
                    </a:moveTo>
                    <a:lnTo>
                      <a:pt x="0" y="34792"/>
                    </a:lnTo>
                    <a:lnTo>
                      <a:pt x="27972" y="34792"/>
                    </a:lnTo>
                    <a:lnTo>
                      <a:pt x="2797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763;p59">
                <a:extLst>
                  <a:ext uri="{FF2B5EF4-FFF2-40B4-BE49-F238E27FC236}">
                    <a16:creationId xmlns:a16="http://schemas.microsoft.com/office/drawing/2014/main" id="{92ECF006-AC14-421C-A545-6928F42624BA}"/>
                  </a:ext>
                </a:extLst>
              </p:cNvPr>
              <p:cNvSpPr/>
              <p:nvPr/>
            </p:nvSpPr>
            <p:spPr>
              <a:xfrm>
                <a:off x="5628768" y="2451396"/>
                <a:ext cx="868670" cy="157200"/>
              </a:xfrm>
              <a:custGeom>
                <a:avLst/>
                <a:gdLst/>
                <a:ahLst/>
                <a:cxnLst/>
                <a:rect l="l" t="t" r="r" b="b"/>
                <a:pathLst>
                  <a:path w="27972" h="5062" extrusionOk="0">
                    <a:moveTo>
                      <a:pt x="0" y="1"/>
                    </a:moveTo>
                    <a:lnTo>
                      <a:pt x="0" y="5061"/>
                    </a:lnTo>
                    <a:lnTo>
                      <a:pt x="27972" y="5061"/>
                    </a:lnTo>
                    <a:lnTo>
                      <a:pt x="27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764;p59">
                <a:extLst>
                  <a:ext uri="{FF2B5EF4-FFF2-40B4-BE49-F238E27FC236}">
                    <a16:creationId xmlns:a16="http://schemas.microsoft.com/office/drawing/2014/main" id="{1DDEA718-C77C-4404-A56F-47E53646F6ED}"/>
                  </a:ext>
                </a:extLst>
              </p:cNvPr>
              <p:cNvSpPr/>
              <p:nvPr/>
            </p:nvSpPr>
            <p:spPr>
              <a:xfrm>
                <a:off x="5685412" y="2505463"/>
                <a:ext cx="45402" cy="45340"/>
              </a:xfrm>
              <a:custGeom>
                <a:avLst/>
                <a:gdLst/>
                <a:ahLst/>
                <a:cxnLst/>
                <a:rect l="l" t="t" r="r" b="b"/>
                <a:pathLst>
                  <a:path w="1462" h="1460" extrusionOk="0">
                    <a:moveTo>
                      <a:pt x="732" y="0"/>
                    </a:moveTo>
                    <a:cubicBezTo>
                      <a:pt x="327" y="0"/>
                      <a:pt x="1" y="326"/>
                      <a:pt x="1" y="729"/>
                    </a:cubicBezTo>
                    <a:cubicBezTo>
                      <a:pt x="1" y="1132"/>
                      <a:pt x="327" y="1460"/>
                      <a:pt x="732" y="1460"/>
                    </a:cubicBezTo>
                    <a:cubicBezTo>
                      <a:pt x="1133" y="1460"/>
                      <a:pt x="1462" y="1132"/>
                      <a:pt x="1462" y="729"/>
                    </a:cubicBezTo>
                    <a:cubicBezTo>
                      <a:pt x="1462" y="326"/>
                      <a:pt x="1133" y="0"/>
                      <a:pt x="7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765;p59">
                <a:extLst>
                  <a:ext uri="{FF2B5EF4-FFF2-40B4-BE49-F238E27FC236}">
                    <a16:creationId xmlns:a16="http://schemas.microsoft.com/office/drawing/2014/main" id="{8B0B4BD8-4F6F-4A26-9074-E104663E140F}"/>
                  </a:ext>
                </a:extLst>
              </p:cNvPr>
              <p:cNvSpPr/>
              <p:nvPr/>
            </p:nvSpPr>
            <p:spPr>
              <a:xfrm>
                <a:off x="5770752" y="2505463"/>
                <a:ext cx="45433" cy="45340"/>
              </a:xfrm>
              <a:custGeom>
                <a:avLst/>
                <a:gdLst/>
                <a:ahLst/>
                <a:cxnLst/>
                <a:rect l="l" t="t" r="r" b="b"/>
                <a:pathLst>
                  <a:path w="1463" h="1460" extrusionOk="0">
                    <a:moveTo>
                      <a:pt x="732" y="0"/>
                    </a:moveTo>
                    <a:cubicBezTo>
                      <a:pt x="328" y="0"/>
                      <a:pt x="0" y="326"/>
                      <a:pt x="0" y="729"/>
                    </a:cubicBezTo>
                    <a:cubicBezTo>
                      <a:pt x="0" y="1132"/>
                      <a:pt x="327" y="1460"/>
                      <a:pt x="732" y="1460"/>
                    </a:cubicBezTo>
                    <a:cubicBezTo>
                      <a:pt x="1133" y="1460"/>
                      <a:pt x="1463" y="1132"/>
                      <a:pt x="1463" y="729"/>
                    </a:cubicBezTo>
                    <a:cubicBezTo>
                      <a:pt x="1463" y="326"/>
                      <a:pt x="1133" y="0"/>
                      <a:pt x="7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766;p59">
                <a:extLst>
                  <a:ext uri="{FF2B5EF4-FFF2-40B4-BE49-F238E27FC236}">
                    <a16:creationId xmlns:a16="http://schemas.microsoft.com/office/drawing/2014/main" id="{FD1A8C45-8C3D-46CF-9E91-1027DA846A9A}"/>
                  </a:ext>
                </a:extLst>
              </p:cNvPr>
              <p:cNvSpPr/>
              <p:nvPr/>
            </p:nvSpPr>
            <p:spPr>
              <a:xfrm>
                <a:off x="5856215" y="2505463"/>
                <a:ext cx="45340" cy="4534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460" extrusionOk="0">
                    <a:moveTo>
                      <a:pt x="729" y="0"/>
                    </a:moveTo>
                    <a:cubicBezTo>
                      <a:pt x="326" y="0"/>
                      <a:pt x="0" y="326"/>
                      <a:pt x="0" y="729"/>
                    </a:cubicBezTo>
                    <a:cubicBezTo>
                      <a:pt x="0" y="1132"/>
                      <a:pt x="324" y="1460"/>
                      <a:pt x="729" y="1460"/>
                    </a:cubicBezTo>
                    <a:cubicBezTo>
                      <a:pt x="1132" y="1460"/>
                      <a:pt x="1460" y="1132"/>
                      <a:pt x="1460" y="729"/>
                    </a:cubicBezTo>
                    <a:cubicBezTo>
                      <a:pt x="1460" y="326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767;p59">
                <a:extLst>
                  <a:ext uri="{FF2B5EF4-FFF2-40B4-BE49-F238E27FC236}">
                    <a16:creationId xmlns:a16="http://schemas.microsoft.com/office/drawing/2014/main" id="{33EE1FC1-A739-440B-A7CC-25AE2F522947}"/>
                  </a:ext>
                </a:extLst>
              </p:cNvPr>
              <p:cNvSpPr/>
              <p:nvPr/>
            </p:nvSpPr>
            <p:spPr>
              <a:xfrm>
                <a:off x="7555296" y="1668841"/>
                <a:ext cx="868702" cy="1080528"/>
              </a:xfrm>
              <a:custGeom>
                <a:avLst/>
                <a:gdLst/>
                <a:ahLst/>
                <a:cxnLst/>
                <a:rect l="l" t="t" r="r" b="b"/>
                <a:pathLst>
                  <a:path w="27973" h="34794" extrusionOk="0">
                    <a:moveTo>
                      <a:pt x="1" y="0"/>
                    </a:moveTo>
                    <a:lnTo>
                      <a:pt x="1" y="34793"/>
                    </a:lnTo>
                    <a:lnTo>
                      <a:pt x="27972" y="34793"/>
                    </a:lnTo>
                    <a:lnTo>
                      <a:pt x="279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768;p59">
                <a:extLst>
                  <a:ext uri="{FF2B5EF4-FFF2-40B4-BE49-F238E27FC236}">
                    <a16:creationId xmlns:a16="http://schemas.microsoft.com/office/drawing/2014/main" id="{3315D3C7-32D3-420C-8951-24CE910AC241}"/>
                  </a:ext>
                </a:extLst>
              </p:cNvPr>
              <p:cNvSpPr/>
              <p:nvPr/>
            </p:nvSpPr>
            <p:spPr>
              <a:xfrm>
                <a:off x="7555296" y="1668841"/>
                <a:ext cx="868702" cy="157231"/>
              </a:xfrm>
              <a:custGeom>
                <a:avLst/>
                <a:gdLst/>
                <a:ahLst/>
                <a:cxnLst/>
                <a:rect l="l" t="t" r="r" b="b"/>
                <a:pathLst>
                  <a:path w="27973" h="5063" extrusionOk="0">
                    <a:moveTo>
                      <a:pt x="1" y="0"/>
                    </a:moveTo>
                    <a:lnTo>
                      <a:pt x="1" y="5062"/>
                    </a:lnTo>
                    <a:lnTo>
                      <a:pt x="27972" y="5062"/>
                    </a:lnTo>
                    <a:lnTo>
                      <a:pt x="279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769;p59">
                <a:extLst>
                  <a:ext uri="{FF2B5EF4-FFF2-40B4-BE49-F238E27FC236}">
                    <a16:creationId xmlns:a16="http://schemas.microsoft.com/office/drawing/2014/main" id="{F1937E36-8BC7-4E40-96EE-4111B9EBD086}"/>
                  </a:ext>
                </a:extLst>
              </p:cNvPr>
              <p:cNvSpPr/>
              <p:nvPr/>
            </p:nvSpPr>
            <p:spPr>
              <a:xfrm>
                <a:off x="7611909" y="1722877"/>
                <a:ext cx="45371" cy="45371"/>
              </a:xfrm>
              <a:custGeom>
                <a:avLst/>
                <a:gdLst/>
                <a:ahLst/>
                <a:cxnLst/>
                <a:rect l="l" t="t" r="r" b="b"/>
                <a:pathLst>
                  <a:path w="1461" h="1461" extrusionOk="0">
                    <a:moveTo>
                      <a:pt x="731" y="1"/>
                    </a:moveTo>
                    <a:cubicBezTo>
                      <a:pt x="326" y="1"/>
                      <a:pt x="1" y="326"/>
                      <a:pt x="1" y="730"/>
                    </a:cubicBezTo>
                    <a:cubicBezTo>
                      <a:pt x="1" y="1134"/>
                      <a:pt x="325" y="1460"/>
                      <a:pt x="731" y="1460"/>
                    </a:cubicBezTo>
                    <a:cubicBezTo>
                      <a:pt x="1134" y="1460"/>
                      <a:pt x="1460" y="1134"/>
                      <a:pt x="1460" y="730"/>
                    </a:cubicBezTo>
                    <a:cubicBezTo>
                      <a:pt x="1460" y="326"/>
                      <a:pt x="1134" y="1"/>
                      <a:pt x="73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770;p59">
                <a:extLst>
                  <a:ext uri="{FF2B5EF4-FFF2-40B4-BE49-F238E27FC236}">
                    <a16:creationId xmlns:a16="http://schemas.microsoft.com/office/drawing/2014/main" id="{DAA6AB82-F06F-45DB-A87B-B8A8614D1BCD}"/>
                  </a:ext>
                </a:extLst>
              </p:cNvPr>
              <p:cNvSpPr/>
              <p:nvPr/>
            </p:nvSpPr>
            <p:spPr>
              <a:xfrm>
                <a:off x="7697280" y="1722877"/>
                <a:ext cx="45465" cy="45371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461" extrusionOk="0">
                    <a:moveTo>
                      <a:pt x="733" y="1"/>
                    </a:moveTo>
                    <a:cubicBezTo>
                      <a:pt x="329" y="1"/>
                      <a:pt x="1" y="326"/>
                      <a:pt x="1" y="730"/>
                    </a:cubicBezTo>
                    <a:cubicBezTo>
                      <a:pt x="1" y="1134"/>
                      <a:pt x="328" y="1460"/>
                      <a:pt x="733" y="1460"/>
                    </a:cubicBezTo>
                    <a:cubicBezTo>
                      <a:pt x="1134" y="1460"/>
                      <a:pt x="1463" y="1134"/>
                      <a:pt x="1463" y="730"/>
                    </a:cubicBezTo>
                    <a:cubicBezTo>
                      <a:pt x="1463" y="326"/>
                      <a:pt x="1134" y="1"/>
                      <a:pt x="7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771;p59">
                <a:extLst>
                  <a:ext uri="{FF2B5EF4-FFF2-40B4-BE49-F238E27FC236}">
                    <a16:creationId xmlns:a16="http://schemas.microsoft.com/office/drawing/2014/main" id="{0F223C3D-39C0-4816-A571-A194443FA7FE}"/>
                  </a:ext>
                </a:extLst>
              </p:cNvPr>
              <p:cNvSpPr/>
              <p:nvPr/>
            </p:nvSpPr>
            <p:spPr>
              <a:xfrm>
                <a:off x="7782743" y="1722877"/>
                <a:ext cx="45371" cy="45371"/>
              </a:xfrm>
              <a:custGeom>
                <a:avLst/>
                <a:gdLst/>
                <a:ahLst/>
                <a:cxnLst/>
                <a:rect l="l" t="t" r="r" b="b"/>
                <a:pathLst>
                  <a:path w="1461" h="1461" extrusionOk="0">
                    <a:moveTo>
                      <a:pt x="730" y="1"/>
                    </a:moveTo>
                    <a:cubicBezTo>
                      <a:pt x="326" y="1"/>
                      <a:pt x="1" y="326"/>
                      <a:pt x="1" y="730"/>
                    </a:cubicBezTo>
                    <a:cubicBezTo>
                      <a:pt x="1" y="1134"/>
                      <a:pt x="325" y="1460"/>
                      <a:pt x="730" y="1460"/>
                    </a:cubicBezTo>
                    <a:cubicBezTo>
                      <a:pt x="1133" y="1460"/>
                      <a:pt x="1460" y="1134"/>
                      <a:pt x="1460" y="730"/>
                    </a:cubicBezTo>
                    <a:cubicBezTo>
                      <a:pt x="1460" y="326"/>
                      <a:pt x="1133" y="1"/>
                      <a:pt x="7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72;p59">
                <a:extLst>
                  <a:ext uri="{FF2B5EF4-FFF2-40B4-BE49-F238E27FC236}">
                    <a16:creationId xmlns:a16="http://schemas.microsoft.com/office/drawing/2014/main" id="{5FA32387-3D3D-45A6-8F89-EFDFD4D3CA4D}"/>
                  </a:ext>
                </a:extLst>
              </p:cNvPr>
              <p:cNvSpPr/>
              <p:nvPr/>
            </p:nvSpPr>
            <p:spPr>
              <a:xfrm>
                <a:off x="7805755" y="1928151"/>
                <a:ext cx="367815" cy="367878"/>
              </a:xfrm>
              <a:custGeom>
                <a:avLst/>
                <a:gdLst/>
                <a:ahLst/>
                <a:cxnLst/>
                <a:rect l="l" t="t" r="r" b="b"/>
                <a:pathLst>
                  <a:path w="11844" h="11846" extrusionOk="0">
                    <a:moveTo>
                      <a:pt x="5923" y="0"/>
                    </a:moveTo>
                    <a:cubicBezTo>
                      <a:pt x="2651" y="0"/>
                      <a:pt x="1" y="2652"/>
                      <a:pt x="1" y="5922"/>
                    </a:cubicBezTo>
                    <a:cubicBezTo>
                      <a:pt x="1" y="9194"/>
                      <a:pt x="2651" y="11846"/>
                      <a:pt x="5923" y="11846"/>
                    </a:cubicBezTo>
                    <a:cubicBezTo>
                      <a:pt x="9192" y="11846"/>
                      <a:pt x="11844" y="9194"/>
                      <a:pt x="11844" y="5922"/>
                    </a:cubicBezTo>
                    <a:cubicBezTo>
                      <a:pt x="11844" y="2652"/>
                      <a:pt x="9192" y="0"/>
                      <a:pt x="592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73;p59">
                <a:extLst>
                  <a:ext uri="{FF2B5EF4-FFF2-40B4-BE49-F238E27FC236}">
                    <a16:creationId xmlns:a16="http://schemas.microsoft.com/office/drawing/2014/main" id="{DB47C21F-5369-41E7-88C5-580BDE4C5AB7}"/>
                  </a:ext>
                </a:extLst>
              </p:cNvPr>
              <p:cNvSpPr/>
              <p:nvPr/>
            </p:nvSpPr>
            <p:spPr>
              <a:xfrm>
                <a:off x="7935378" y="2013272"/>
                <a:ext cx="108475" cy="145679"/>
              </a:xfrm>
              <a:custGeom>
                <a:avLst/>
                <a:gdLst/>
                <a:ahLst/>
                <a:cxnLst/>
                <a:rect l="l" t="t" r="r" b="b"/>
                <a:pathLst>
                  <a:path w="3493" h="4691" extrusionOk="0">
                    <a:moveTo>
                      <a:pt x="1748" y="0"/>
                    </a:moveTo>
                    <a:cubicBezTo>
                      <a:pt x="784" y="0"/>
                      <a:pt x="0" y="1051"/>
                      <a:pt x="0" y="2347"/>
                    </a:cubicBezTo>
                    <a:cubicBezTo>
                      <a:pt x="2" y="3640"/>
                      <a:pt x="784" y="4691"/>
                      <a:pt x="1748" y="4691"/>
                    </a:cubicBezTo>
                    <a:cubicBezTo>
                      <a:pt x="2710" y="4691"/>
                      <a:pt x="3492" y="3640"/>
                      <a:pt x="3492" y="2347"/>
                    </a:cubicBezTo>
                    <a:cubicBezTo>
                      <a:pt x="3492" y="1051"/>
                      <a:pt x="2710" y="0"/>
                      <a:pt x="1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74;p59">
                <a:extLst>
                  <a:ext uri="{FF2B5EF4-FFF2-40B4-BE49-F238E27FC236}">
                    <a16:creationId xmlns:a16="http://schemas.microsoft.com/office/drawing/2014/main" id="{5CF50206-1BDD-458D-ADB9-54D1288EA637}"/>
                  </a:ext>
                </a:extLst>
              </p:cNvPr>
              <p:cNvSpPr/>
              <p:nvPr/>
            </p:nvSpPr>
            <p:spPr>
              <a:xfrm>
                <a:off x="7777153" y="2332518"/>
                <a:ext cx="424926" cy="38695"/>
              </a:xfrm>
              <a:custGeom>
                <a:avLst/>
                <a:gdLst/>
                <a:ahLst/>
                <a:cxnLst/>
                <a:rect l="l" t="t" r="r" b="b"/>
                <a:pathLst>
                  <a:path w="13683" h="1246" extrusionOk="0">
                    <a:moveTo>
                      <a:pt x="1" y="1"/>
                    </a:moveTo>
                    <a:lnTo>
                      <a:pt x="1" y="1246"/>
                    </a:lnTo>
                    <a:lnTo>
                      <a:pt x="13683" y="1246"/>
                    </a:lnTo>
                    <a:lnTo>
                      <a:pt x="136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75;p59">
                <a:extLst>
                  <a:ext uri="{FF2B5EF4-FFF2-40B4-BE49-F238E27FC236}">
                    <a16:creationId xmlns:a16="http://schemas.microsoft.com/office/drawing/2014/main" id="{B97C05C6-B7C6-4200-8509-F1F997B6B79D}"/>
                  </a:ext>
                </a:extLst>
              </p:cNvPr>
              <p:cNvSpPr/>
              <p:nvPr/>
            </p:nvSpPr>
            <p:spPr>
              <a:xfrm>
                <a:off x="7711223" y="2407236"/>
                <a:ext cx="556785" cy="119562"/>
              </a:xfrm>
              <a:custGeom>
                <a:avLst/>
                <a:gdLst/>
                <a:ahLst/>
                <a:cxnLst/>
                <a:rect l="l" t="t" r="r" b="b"/>
                <a:pathLst>
                  <a:path w="17929" h="3850" extrusionOk="0">
                    <a:moveTo>
                      <a:pt x="2588" y="1"/>
                    </a:moveTo>
                    <a:cubicBezTo>
                      <a:pt x="1164" y="1"/>
                      <a:pt x="0" y="868"/>
                      <a:pt x="0" y="1925"/>
                    </a:cubicBezTo>
                    <a:cubicBezTo>
                      <a:pt x="0" y="2984"/>
                      <a:pt x="1164" y="3849"/>
                      <a:pt x="2588" y="3849"/>
                    </a:cubicBezTo>
                    <a:lnTo>
                      <a:pt x="15340" y="3849"/>
                    </a:lnTo>
                    <a:cubicBezTo>
                      <a:pt x="16765" y="3849"/>
                      <a:pt x="17928" y="2984"/>
                      <a:pt x="17928" y="1925"/>
                    </a:cubicBezTo>
                    <a:cubicBezTo>
                      <a:pt x="17928" y="868"/>
                      <a:pt x="16765" y="1"/>
                      <a:pt x="153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76;p59">
                <a:extLst>
                  <a:ext uri="{FF2B5EF4-FFF2-40B4-BE49-F238E27FC236}">
                    <a16:creationId xmlns:a16="http://schemas.microsoft.com/office/drawing/2014/main" id="{82ED6FF2-92B7-4E07-BCA0-55DAB54BB44D}"/>
                  </a:ext>
                </a:extLst>
              </p:cNvPr>
              <p:cNvSpPr/>
              <p:nvPr/>
            </p:nvSpPr>
            <p:spPr>
              <a:xfrm>
                <a:off x="7838021" y="2457266"/>
                <a:ext cx="19565" cy="19534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29" extrusionOk="0">
                    <a:moveTo>
                      <a:pt x="315" y="1"/>
                    </a:moveTo>
                    <a:cubicBezTo>
                      <a:pt x="142" y="1"/>
                      <a:pt x="0" y="141"/>
                      <a:pt x="0" y="314"/>
                    </a:cubicBezTo>
                    <a:cubicBezTo>
                      <a:pt x="0" y="488"/>
                      <a:pt x="143" y="629"/>
                      <a:pt x="315" y="629"/>
                    </a:cubicBezTo>
                    <a:cubicBezTo>
                      <a:pt x="489" y="629"/>
                      <a:pt x="629" y="488"/>
                      <a:pt x="629" y="314"/>
                    </a:cubicBezTo>
                    <a:cubicBezTo>
                      <a:pt x="629" y="141"/>
                      <a:pt x="488" y="1"/>
                      <a:pt x="3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77;p59">
                <a:extLst>
                  <a:ext uri="{FF2B5EF4-FFF2-40B4-BE49-F238E27FC236}">
                    <a16:creationId xmlns:a16="http://schemas.microsoft.com/office/drawing/2014/main" id="{2C46DD9D-BF5D-44B6-89F0-6E6E46DFE313}"/>
                  </a:ext>
                </a:extLst>
              </p:cNvPr>
              <p:cNvSpPr/>
              <p:nvPr/>
            </p:nvSpPr>
            <p:spPr>
              <a:xfrm>
                <a:off x="7894758" y="2457266"/>
                <a:ext cx="19503" cy="19534"/>
              </a:xfrm>
              <a:custGeom>
                <a:avLst/>
                <a:gdLst/>
                <a:ahLst/>
                <a:cxnLst/>
                <a:rect l="l" t="t" r="r" b="b"/>
                <a:pathLst>
                  <a:path w="628" h="629" extrusionOk="0">
                    <a:moveTo>
                      <a:pt x="315" y="1"/>
                    </a:moveTo>
                    <a:cubicBezTo>
                      <a:pt x="138" y="1"/>
                      <a:pt x="0" y="141"/>
                      <a:pt x="0" y="314"/>
                    </a:cubicBezTo>
                    <a:cubicBezTo>
                      <a:pt x="0" y="488"/>
                      <a:pt x="139" y="629"/>
                      <a:pt x="315" y="629"/>
                    </a:cubicBezTo>
                    <a:cubicBezTo>
                      <a:pt x="487" y="629"/>
                      <a:pt x="628" y="488"/>
                      <a:pt x="628" y="314"/>
                    </a:cubicBezTo>
                    <a:cubicBezTo>
                      <a:pt x="628" y="141"/>
                      <a:pt x="487" y="1"/>
                      <a:pt x="3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78;p59">
                <a:extLst>
                  <a:ext uri="{FF2B5EF4-FFF2-40B4-BE49-F238E27FC236}">
                    <a16:creationId xmlns:a16="http://schemas.microsoft.com/office/drawing/2014/main" id="{E35D3C16-30ED-49B4-9085-91DD78B3B8E9}"/>
                  </a:ext>
                </a:extLst>
              </p:cNvPr>
              <p:cNvSpPr/>
              <p:nvPr/>
            </p:nvSpPr>
            <p:spPr>
              <a:xfrm>
                <a:off x="7951527" y="2457266"/>
                <a:ext cx="19534" cy="19534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29" extrusionOk="0">
                    <a:moveTo>
                      <a:pt x="314" y="1"/>
                    </a:moveTo>
                    <a:cubicBezTo>
                      <a:pt x="141" y="1"/>
                      <a:pt x="0" y="141"/>
                      <a:pt x="0" y="314"/>
                    </a:cubicBezTo>
                    <a:cubicBezTo>
                      <a:pt x="0" y="488"/>
                      <a:pt x="141" y="629"/>
                      <a:pt x="314" y="629"/>
                    </a:cubicBezTo>
                    <a:cubicBezTo>
                      <a:pt x="488" y="629"/>
                      <a:pt x="628" y="488"/>
                      <a:pt x="628" y="314"/>
                    </a:cubicBezTo>
                    <a:cubicBezTo>
                      <a:pt x="628" y="141"/>
                      <a:pt x="488" y="1"/>
                      <a:pt x="3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9;p59">
                <a:extLst>
                  <a:ext uri="{FF2B5EF4-FFF2-40B4-BE49-F238E27FC236}">
                    <a16:creationId xmlns:a16="http://schemas.microsoft.com/office/drawing/2014/main" id="{FA3F68F4-E288-44F5-ACFF-44F6BA1E5667}"/>
                  </a:ext>
                </a:extLst>
              </p:cNvPr>
              <p:cNvSpPr/>
              <p:nvPr/>
            </p:nvSpPr>
            <p:spPr>
              <a:xfrm>
                <a:off x="8008202" y="2457266"/>
                <a:ext cx="19534" cy="19534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29" extrusionOk="0">
                    <a:moveTo>
                      <a:pt x="315" y="1"/>
                    </a:moveTo>
                    <a:cubicBezTo>
                      <a:pt x="141" y="1"/>
                      <a:pt x="1" y="141"/>
                      <a:pt x="1" y="314"/>
                    </a:cubicBezTo>
                    <a:cubicBezTo>
                      <a:pt x="1" y="488"/>
                      <a:pt x="141" y="629"/>
                      <a:pt x="315" y="629"/>
                    </a:cubicBezTo>
                    <a:cubicBezTo>
                      <a:pt x="490" y="629"/>
                      <a:pt x="629" y="488"/>
                      <a:pt x="629" y="314"/>
                    </a:cubicBezTo>
                    <a:cubicBezTo>
                      <a:pt x="629" y="141"/>
                      <a:pt x="490" y="1"/>
                      <a:pt x="3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0;p59">
                <a:extLst>
                  <a:ext uri="{FF2B5EF4-FFF2-40B4-BE49-F238E27FC236}">
                    <a16:creationId xmlns:a16="http://schemas.microsoft.com/office/drawing/2014/main" id="{F20B6994-D8E2-4A9A-AA01-5F401792EF4B}"/>
                  </a:ext>
                </a:extLst>
              </p:cNvPr>
              <p:cNvSpPr/>
              <p:nvPr/>
            </p:nvSpPr>
            <p:spPr>
              <a:xfrm>
                <a:off x="8064971" y="2457266"/>
                <a:ext cx="19534" cy="19534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29" extrusionOk="0">
                    <a:moveTo>
                      <a:pt x="316" y="1"/>
                    </a:moveTo>
                    <a:cubicBezTo>
                      <a:pt x="141" y="1"/>
                      <a:pt x="1" y="141"/>
                      <a:pt x="1" y="314"/>
                    </a:cubicBezTo>
                    <a:cubicBezTo>
                      <a:pt x="1" y="488"/>
                      <a:pt x="141" y="629"/>
                      <a:pt x="316" y="629"/>
                    </a:cubicBezTo>
                    <a:cubicBezTo>
                      <a:pt x="491" y="629"/>
                      <a:pt x="629" y="488"/>
                      <a:pt x="629" y="314"/>
                    </a:cubicBezTo>
                    <a:cubicBezTo>
                      <a:pt x="629" y="141"/>
                      <a:pt x="488" y="1"/>
                      <a:pt x="3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81;p59">
                <a:extLst>
                  <a:ext uri="{FF2B5EF4-FFF2-40B4-BE49-F238E27FC236}">
                    <a16:creationId xmlns:a16="http://schemas.microsoft.com/office/drawing/2014/main" id="{B3C558E1-3FBF-4158-8ADB-7D8886D16B4E}"/>
                  </a:ext>
                </a:extLst>
              </p:cNvPr>
              <p:cNvSpPr/>
              <p:nvPr/>
            </p:nvSpPr>
            <p:spPr>
              <a:xfrm>
                <a:off x="8121770" y="2457266"/>
                <a:ext cx="19534" cy="19534"/>
              </a:xfrm>
              <a:custGeom>
                <a:avLst/>
                <a:gdLst/>
                <a:ahLst/>
                <a:cxnLst/>
                <a:rect l="l" t="t" r="r" b="b"/>
                <a:pathLst>
                  <a:path w="629" h="629" extrusionOk="0">
                    <a:moveTo>
                      <a:pt x="313" y="1"/>
                    </a:moveTo>
                    <a:cubicBezTo>
                      <a:pt x="141" y="1"/>
                      <a:pt x="0" y="141"/>
                      <a:pt x="0" y="314"/>
                    </a:cubicBezTo>
                    <a:cubicBezTo>
                      <a:pt x="0" y="488"/>
                      <a:pt x="141" y="629"/>
                      <a:pt x="313" y="629"/>
                    </a:cubicBezTo>
                    <a:cubicBezTo>
                      <a:pt x="488" y="629"/>
                      <a:pt x="628" y="488"/>
                      <a:pt x="628" y="314"/>
                    </a:cubicBezTo>
                    <a:cubicBezTo>
                      <a:pt x="628" y="141"/>
                      <a:pt x="488" y="1"/>
                      <a:pt x="3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782;p59">
                <a:extLst>
                  <a:ext uri="{FF2B5EF4-FFF2-40B4-BE49-F238E27FC236}">
                    <a16:creationId xmlns:a16="http://schemas.microsoft.com/office/drawing/2014/main" id="{D6B4F1A4-D91F-45E3-BF28-610E1A5AEED3}"/>
                  </a:ext>
                </a:extLst>
              </p:cNvPr>
              <p:cNvSpPr/>
              <p:nvPr/>
            </p:nvSpPr>
            <p:spPr>
              <a:xfrm>
                <a:off x="7758054" y="2569281"/>
                <a:ext cx="211360" cy="62172"/>
              </a:xfrm>
              <a:custGeom>
                <a:avLst/>
                <a:gdLst/>
                <a:ahLst/>
                <a:cxnLst/>
                <a:rect l="l" t="t" r="r" b="b"/>
                <a:pathLst>
                  <a:path w="6806" h="2002" extrusionOk="0">
                    <a:moveTo>
                      <a:pt x="0" y="0"/>
                    </a:moveTo>
                    <a:lnTo>
                      <a:pt x="0" y="2001"/>
                    </a:lnTo>
                    <a:lnTo>
                      <a:pt x="6805" y="2001"/>
                    </a:lnTo>
                    <a:lnTo>
                      <a:pt x="68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783;p59">
                <a:extLst>
                  <a:ext uri="{FF2B5EF4-FFF2-40B4-BE49-F238E27FC236}">
                    <a16:creationId xmlns:a16="http://schemas.microsoft.com/office/drawing/2014/main" id="{C97B3F13-1BCE-45C3-BFBC-A2AC993DBAFA}"/>
                  </a:ext>
                </a:extLst>
              </p:cNvPr>
              <p:cNvSpPr/>
              <p:nvPr/>
            </p:nvSpPr>
            <p:spPr>
              <a:xfrm>
                <a:off x="7795320" y="2591889"/>
                <a:ext cx="136642" cy="16987"/>
              </a:xfrm>
              <a:custGeom>
                <a:avLst/>
                <a:gdLst/>
                <a:ahLst/>
                <a:cxnLst/>
                <a:rect l="l" t="t" r="r" b="b"/>
                <a:pathLst>
                  <a:path w="4400" h="547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4400" y="547"/>
                    </a:lnTo>
                    <a:lnTo>
                      <a:pt x="44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784;p59">
                <a:extLst>
                  <a:ext uri="{FF2B5EF4-FFF2-40B4-BE49-F238E27FC236}">
                    <a16:creationId xmlns:a16="http://schemas.microsoft.com/office/drawing/2014/main" id="{9CFA3571-AA3A-4EF8-999C-666E27541146}"/>
                  </a:ext>
                </a:extLst>
              </p:cNvPr>
              <p:cNvSpPr/>
              <p:nvPr/>
            </p:nvSpPr>
            <p:spPr>
              <a:xfrm>
                <a:off x="8009879" y="2569281"/>
                <a:ext cx="211360" cy="62172"/>
              </a:xfrm>
              <a:custGeom>
                <a:avLst/>
                <a:gdLst/>
                <a:ahLst/>
                <a:cxnLst/>
                <a:rect l="l" t="t" r="r" b="b"/>
                <a:pathLst>
                  <a:path w="6806" h="2002" extrusionOk="0">
                    <a:moveTo>
                      <a:pt x="1" y="0"/>
                    </a:moveTo>
                    <a:lnTo>
                      <a:pt x="1" y="2001"/>
                    </a:lnTo>
                    <a:lnTo>
                      <a:pt x="6806" y="2001"/>
                    </a:lnTo>
                    <a:lnTo>
                      <a:pt x="68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785;p59">
                <a:extLst>
                  <a:ext uri="{FF2B5EF4-FFF2-40B4-BE49-F238E27FC236}">
                    <a16:creationId xmlns:a16="http://schemas.microsoft.com/office/drawing/2014/main" id="{92020C7A-5885-4265-8EE6-300047936634}"/>
                  </a:ext>
                </a:extLst>
              </p:cNvPr>
              <p:cNvSpPr/>
              <p:nvPr/>
            </p:nvSpPr>
            <p:spPr>
              <a:xfrm>
                <a:off x="8047207" y="2591889"/>
                <a:ext cx="136673" cy="16987"/>
              </a:xfrm>
              <a:custGeom>
                <a:avLst/>
                <a:gdLst/>
                <a:ahLst/>
                <a:cxnLst/>
                <a:rect l="l" t="t" r="r" b="b"/>
                <a:pathLst>
                  <a:path w="4401" h="547" extrusionOk="0">
                    <a:moveTo>
                      <a:pt x="0" y="0"/>
                    </a:moveTo>
                    <a:lnTo>
                      <a:pt x="0" y="547"/>
                    </a:lnTo>
                    <a:lnTo>
                      <a:pt x="4401" y="547"/>
                    </a:lnTo>
                    <a:lnTo>
                      <a:pt x="44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786;p59">
                <a:extLst>
                  <a:ext uri="{FF2B5EF4-FFF2-40B4-BE49-F238E27FC236}">
                    <a16:creationId xmlns:a16="http://schemas.microsoft.com/office/drawing/2014/main" id="{67E85401-7253-4D5B-B08F-4A9DCEA6120D}"/>
                  </a:ext>
                </a:extLst>
              </p:cNvPr>
              <p:cNvSpPr/>
              <p:nvPr/>
            </p:nvSpPr>
            <p:spPr>
              <a:xfrm>
                <a:off x="7879231" y="2169821"/>
                <a:ext cx="220708" cy="126208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064" extrusionOk="0">
                    <a:moveTo>
                      <a:pt x="3556" y="1"/>
                    </a:moveTo>
                    <a:cubicBezTo>
                      <a:pt x="1807" y="1"/>
                      <a:pt x="349" y="1235"/>
                      <a:pt x="0" y="2878"/>
                    </a:cubicBezTo>
                    <a:cubicBezTo>
                      <a:pt x="990" y="3622"/>
                      <a:pt x="2220" y="4064"/>
                      <a:pt x="3553" y="4064"/>
                    </a:cubicBezTo>
                    <a:cubicBezTo>
                      <a:pt x="4887" y="4064"/>
                      <a:pt x="6117" y="3622"/>
                      <a:pt x="7107" y="2878"/>
                    </a:cubicBezTo>
                    <a:cubicBezTo>
                      <a:pt x="6762" y="1235"/>
                      <a:pt x="5304" y="1"/>
                      <a:pt x="35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787;p59">
                <a:extLst>
                  <a:ext uri="{FF2B5EF4-FFF2-40B4-BE49-F238E27FC236}">
                    <a16:creationId xmlns:a16="http://schemas.microsoft.com/office/drawing/2014/main" id="{6FAFDEB5-ADF5-4627-A1B4-13160C710BBC}"/>
                  </a:ext>
                </a:extLst>
              </p:cNvPr>
              <p:cNvSpPr/>
              <p:nvPr/>
            </p:nvSpPr>
            <p:spPr>
              <a:xfrm>
                <a:off x="7363261" y="3014082"/>
                <a:ext cx="655509" cy="357195"/>
              </a:xfrm>
              <a:custGeom>
                <a:avLst/>
                <a:gdLst/>
                <a:ahLst/>
                <a:cxnLst/>
                <a:rect l="l" t="t" r="r" b="b"/>
                <a:pathLst>
                  <a:path w="21108" h="11502" extrusionOk="0">
                    <a:moveTo>
                      <a:pt x="2428" y="1"/>
                    </a:moveTo>
                    <a:cubicBezTo>
                      <a:pt x="1093" y="1"/>
                      <a:pt x="0" y="1092"/>
                      <a:pt x="0" y="2427"/>
                    </a:cubicBezTo>
                    <a:lnTo>
                      <a:pt x="0" y="9076"/>
                    </a:lnTo>
                    <a:cubicBezTo>
                      <a:pt x="0" y="10411"/>
                      <a:pt x="1093" y="11502"/>
                      <a:pt x="2428" y="11502"/>
                    </a:cubicBezTo>
                    <a:lnTo>
                      <a:pt x="18679" y="11502"/>
                    </a:lnTo>
                    <a:cubicBezTo>
                      <a:pt x="20015" y="11502"/>
                      <a:pt x="21107" y="10411"/>
                      <a:pt x="21107" y="9076"/>
                    </a:cubicBezTo>
                    <a:lnTo>
                      <a:pt x="21107" y="2427"/>
                    </a:lnTo>
                    <a:cubicBezTo>
                      <a:pt x="21107" y="1092"/>
                      <a:pt x="20015" y="1"/>
                      <a:pt x="1867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788;p59">
                <a:extLst>
                  <a:ext uri="{FF2B5EF4-FFF2-40B4-BE49-F238E27FC236}">
                    <a16:creationId xmlns:a16="http://schemas.microsoft.com/office/drawing/2014/main" id="{4738EC76-C693-411C-BC5B-D2E9244E0ED9}"/>
                  </a:ext>
                </a:extLst>
              </p:cNvPr>
              <p:cNvSpPr/>
              <p:nvPr/>
            </p:nvSpPr>
            <p:spPr>
              <a:xfrm>
                <a:off x="7363261" y="3207648"/>
                <a:ext cx="655509" cy="78507"/>
              </a:xfrm>
              <a:custGeom>
                <a:avLst/>
                <a:gdLst/>
                <a:ahLst/>
                <a:cxnLst/>
                <a:rect l="l" t="t" r="r" b="b"/>
                <a:pathLst>
                  <a:path w="21108" h="2528" extrusionOk="0">
                    <a:moveTo>
                      <a:pt x="0" y="0"/>
                    </a:moveTo>
                    <a:lnTo>
                      <a:pt x="0" y="2528"/>
                    </a:lnTo>
                    <a:lnTo>
                      <a:pt x="21107" y="2528"/>
                    </a:lnTo>
                    <a:lnTo>
                      <a:pt x="2110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789;p59">
                <a:extLst>
                  <a:ext uri="{FF2B5EF4-FFF2-40B4-BE49-F238E27FC236}">
                    <a16:creationId xmlns:a16="http://schemas.microsoft.com/office/drawing/2014/main" id="{6A69DCF1-52C5-44AD-9415-87C23057A918}"/>
                  </a:ext>
                </a:extLst>
              </p:cNvPr>
              <p:cNvSpPr/>
              <p:nvPr/>
            </p:nvSpPr>
            <p:spPr>
              <a:xfrm>
                <a:off x="7788311" y="3073490"/>
                <a:ext cx="163722" cy="72576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2337" extrusionOk="0">
                    <a:moveTo>
                      <a:pt x="1168" y="1"/>
                    </a:moveTo>
                    <a:cubicBezTo>
                      <a:pt x="523" y="1"/>
                      <a:pt x="1" y="525"/>
                      <a:pt x="1" y="1169"/>
                    </a:cubicBezTo>
                    <a:cubicBezTo>
                      <a:pt x="1" y="1814"/>
                      <a:pt x="523" y="2337"/>
                      <a:pt x="1168" y="2337"/>
                    </a:cubicBezTo>
                    <a:lnTo>
                      <a:pt x="4104" y="2337"/>
                    </a:lnTo>
                    <a:cubicBezTo>
                      <a:pt x="4748" y="2337"/>
                      <a:pt x="5272" y="1814"/>
                      <a:pt x="5272" y="1169"/>
                    </a:cubicBezTo>
                    <a:cubicBezTo>
                      <a:pt x="5272" y="522"/>
                      <a:pt x="4748" y="1"/>
                      <a:pt x="41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790;p59">
                <a:extLst>
                  <a:ext uri="{FF2B5EF4-FFF2-40B4-BE49-F238E27FC236}">
                    <a16:creationId xmlns:a16="http://schemas.microsoft.com/office/drawing/2014/main" id="{DF278879-11CD-4BB9-85F5-77C050D6476C}"/>
                  </a:ext>
                </a:extLst>
              </p:cNvPr>
              <p:cNvSpPr/>
              <p:nvPr/>
            </p:nvSpPr>
            <p:spPr>
              <a:xfrm>
                <a:off x="7850203" y="3073490"/>
                <a:ext cx="101829" cy="72576"/>
              </a:xfrm>
              <a:custGeom>
                <a:avLst/>
                <a:gdLst/>
                <a:ahLst/>
                <a:cxnLst/>
                <a:rect l="l" t="t" r="r" b="b"/>
                <a:pathLst>
                  <a:path w="3279" h="2337" extrusionOk="0">
                    <a:moveTo>
                      <a:pt x="1118" y="1"/>
                    </a:moveTo>
                    <a:lnTo>
                      <a:pt x="0" y="2337"/>
                    </a:lnTo>
                    <a:lnTo>
                      <a:pt x="2108" y="2337"/>
                    </a:lnTo>
                    <a:cubicBezTo>
                      <a:pt x="2754" y="2337"/>
                      <a:pt x="3276" y="1814"/>
                      <a:pt x="3276" y="1169"/>
                    </a:cubicBezTo>
                    <a:cubicBezTo>
                      <a:pt x="3279" y="522"/>
                      <a:pt x="2755" y="1"/>
                      <a:pt x="21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791;p59">
                <a:extLst>
                  <a:ext uri="{FF2B5EF4-FFF2-40B4-BE49-F238E27FC236}">
                    <a16:creationId xmlns:a16="http://schemas.microsoft.com/office/drawing/2014/main" id="{4DE89C67-E205-4E28-AC54-5B52A4EBA2FB}"/>
                  </a:ext>
                </a:extLst>
              </p:cNvPr>
              <p:cNvSpPr/>
              <p:nvPr/>
            </p:nvSpPr>
            <p:spPr>
              <a:xfrm>
                <a:off x="7444687" y="3095632"/>
                <a:ext cx="208255" cy="14130"/>
              </a:xfrm>
              <a:custGeom>
                <a:avLst/>
                <a:gdLst/>
                <a:ahLst/>
                <a:cxnLst/>
                <a:rect l="l" t="t" r="r" b="b"/>
                <a:pathLst>
                  <a:path w="6706" h="455" extrusionOk="0">
                    <a:moveTo>
                      <a:pt x="0" y="1"/>
                    </a:moveTo>
                    <a:lnTo>
                      <a:pt x="0" y="454"/>
                    </a:lnTo>
                    <a:lnTo>
                      <a:pt x="6706" y="454"/>
                    </a:lnTo>
                    <a:lnTo>
                      <a:pt x="67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792;p59">
                <a:extLst>
                  <a:ext uri="{FF2B5EF4-FFF2-40B4-BE49-F238E27FC236}">
                    <a16:creationId xmlns:a16="http://schemas.microsoft.com/office/drawing/2014/main" id="{2E198459-B31B-40CE-BE3D-C28E807DBFE5}"/>
                  </a:ext>
                </a:extLst>
              </p:cNvPr>
              <p:cNvSpPr/>
              <p:nvPr/>
            </p:nvSpPr>
            <p:spPr>
              <a:xfrm>
                <a:off x="7444687" y="3135507"/>
                <a:ext cx="287290" cy="14130"/>
              </a:xfrm>
              <a:custGeom>
                <a:avLst/>
                <a:gdLst/>
                <a:ahLst/>
                <a:cxnLst/>
                <a:rect l="l" t="t" r="r" b="b"/>
                <a:pathLst>
                  <a:path w="9251" h="455" extrusionOk="0">
                    <a:moveTo>
                      <a:pt x="0" y="1"/>
                    </a:moveTo>
                    <a:lnTo>
                      <a:pt x="0" y="455"/>
                    </a:lnTo>
                    <a:lnTo>
                      <a:pt x="9251" y="455"/>
                    </a:lnTo>
                    <a:lnTo>
                      <a:pt x="925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793;p59">
                <a:extLst>
                  <a:ext uri="{FF2B5EF4-FFF2-40B4-BE49-F238E27FC236}">
                    <a16:creationId xmlns:a16="http://schemas.microsoft.com/office/drawing/2014/main" id="{3E6A5566-8942-4AC9-B392-3174946499E6}"/>
                  </a:ext>
                </a:extLst>
              </p:cNvPr>
              <p:cNvSpPr/>
              <p:nvPr/>
            </p:nvSpPr>
            <p:spPr>
              <a:xfrm>
                <a:off x="6195850" y="1611607"/>
                <a:ext cx="431633" cy="488868"/>
              </a:xfrm>
              <a:custGeom>
                <a:avLst/>
                <a:gdLst/>
                <a:ahLst/>
                <a:cxnLst/>
                <a:rect l="l" t="t" r="r" b="b"/>
                <a:pathLst>
                  <a:path w="13899" h="15742" extrusionOk="0">
                    <a:moveTo>
                      <a:pt x="1" y="0"/>
                    </a:moveTo>
                    <a:lnTo>
                      <a:pt x="1" y="15741"/>
                    </a:lnTo>
                    <a:lnTo>
                      <a:pt x="13899" y="15741"/>
                    </a:lnTo>
                    <a:lnTo>
                      <a:pt x="13899" y="3381"/>
                    </a:lnTo>
                    <a:lnTo>
                      <a:pt x="107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794;p59">
                <a:extLst>
                  <a:ext uri="{FF2B5EF4-FFF2-40B4-BE49-F238E27FC236}">
                    <a16:creationId xmlns:a16="http://schemas.microsoft.com/office/drawing/2014/main" id="{8483D03C-4CCF-49EC-AC19-DC193FA05AF6}"/>
                  </a:ext>
                </a:extLst>
              </p:cNvPr>
              <p:cNvSpPr/>
              <p:nvPr/>
            </p:nvSpPr>
            <p:spPr>
              <a:xfrm>
                <a:off x="6530281" y="1611607"/>
                <a:ext cx="97202" cy="105028"/>
              </a:xfrm>
              <a:custGeom>
                <a:avLst/>
                <a:gdLst/>
                <a:ahLst/>
                <a:cxnLst/>
                <a:rect l="l" t="t" r="r" b="b"/>
                <a:pathLst>
                  <a:path w="3130" h="3382" extrusionOk="0">
                    <a:moveTo>
                      <a:pt x="0" y="0"/>
                    </a:moveTo>
                    <a:lnTo>
                      <a:pt x="0" y="3381"/>
                    </a:lnTo>
                    <a:lnTo>
                      <a:pt x="3130" y="33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795;p59">
                <a:extLst>
                  <a:ext uri="{FF2B5EF4-FFF2-40B4-BE49-F238E27FC236}">
                    <a16:creationId xmlns:a16="http://schemas.microsoft.com/office/drawing/2014/main" id="{A4732549-9F1F-4E42-BE3B-DF3ABBB11B64}"/>
                  </a:ext>
                </a:extLst>
              </p:cNvPr>
              <p:cNvSpPr/>
              <p:nvPr/>
            </p:nvSpPr>
            <p:spPr>
              <a:xfrm>
                <a:off x="6242774" y="1683468"/>
                <a:ext cx="242353" cy="13757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443" extrusionOk="0">
                    <a:moveTo>
                      <a:pt x="1" y="1"/>
                    </a:moveTo>
                    <a:lnTo>
                      <a:pt x="1" y="442"/>
                    </a:lnTo>
                    <a:lnTo>
                      <a:pt x="7804" y="442"/>
                    </a:lnTo>
                    <a:lnTo>
                      <a:pt x="78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796;p59">
                <a:extLst>
                  <a:ext uri="{FF2B5EF4-FFF2-40B4-BE49-F238E27FC236}">
                    <a16:creationId xmlns:a16="http://schemas.microsoft.com/office/drawing/2014/main" id="{04D32060-BDC2-4805-9662-566D4AD0FE46}"/>
                  </a:ext>
                </a:extLst>
              </p:cNvPr>
              <p:cNvSpPr/>
              <p:nvPr/>
            </p:nvSpPr>
            <p:spPr>
              <a:xfrm>
                <a:off x="6242774" y="1731945"/>
                <a:ext cx="242353" cy="13788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444" extrusionOk="0">
                    <a:moveTo>
                      <a:pt x="1" y="0"/>
                    </a:moveTo>
                    <a:lnTo>
                      <a:pt x="1" y="443"/>
                    </a:lnTo>
                    <a:lnTo>
                      <a:pt x="7804" y="443"/>
                    </a:lnTo>
                    <a:lnTo>
                      <a:pt x="780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797;p59">
                <a:extLst>
                  <a:ext uri="{FF2B5EF4-FFF2-40B4-BE49-F238E27FC236}">
                    <a16:creationId xmlns:a16="http://schemas.microsoft.com/office/drawing/2014/main" id="{66EE201B-2499-4D61-BDAF-E7857297187C}"/>
                  </a:ext>
                </a:extLst>
              </p:cNvPr>
              <p:cNvSpPr/>
              <p:nvPr/>
            </p:nvSpPr>
            <p:spPr>
              <a:xfrm>
                <a:off x="6242774" y="1780360"/>
                <a:ext cx="345735" cy="13788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444" extrusionOk="0">
                    <a:moveTo>
                      <a:pt x="1" y="1"/>
                    </a:moveTo>
                    <a:lnTo>
                      <a:pt x="1" y="444"/>
                    </a:lnTo>
                    <a:lnTo>
                      <a:pt x="11132" y="444"/>
                    </a:lnTo>
                    <a:lnTo>
                      <a:pt x="111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798;p59">
                <a:extLst>
                  <a:ext uri="{FF2B5EF4-FFF2-40B4-BE49-F238E27FC236}">
                    <a16:creationId xmlns:a16="http://schemas.microsoft.com/office/drawing/2014/main" id="{7FFFAE9F-4074-4554-AD29-CE8462B19A92}"/>
                  </a:ext>
                </a:extLst>
              </p:cNvPr>
              <p:cNvSpPr/>
              <p:nvPr/>
            </p:nvSpPr>
            <p:spPr>
              <a:xfrm>
                <a:off x="6242774" y="1828899"/>
                <a:ext cx="345735" cy="13726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442" extrusionOk="0">
                    <a:moveTo>
                      <a:pt x="1" y="0"/>
                    </a:moveTo>
                    <a:lnTo>
                      <a:pt x="1" y="442"/>
                    </a:lnTo>
                    <a:lnTo>
                      <a:pt x="11132" y="442"/>
                    </a:lnTo>
                    <a:lnTo>
                      <a:pt x="111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799;p59">
                <a:extLst>
                  <a:ext uri="{FF2B5EF4-FFF2-40B4-BE49-F238E27FC236}">
                    <a16:creationId xmlns:a16="http://schemas.microsoft.com/office/drawing/2014/main" id="{F14E63F4-7BEB-49B0-B953-DD230E9D3FFF}"/>
                  </a:ext>
                </a:extLst>
              </p:cNvPr>
              <p:cNvSpPr/>
              <p:nvPr/>
            </p:nvSpPr>
            <p:spPr>
              <a:xfrm>
                <a:off x="6242774" y="1877376"/>
                <a:ext cx="345735" cy="13726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442" extrusionOk="0">
                    <a:moveTo>
                      <a:pt x="1" y="0"/>
                    </a:moveTo>
                    <a:lnTo>
                      <a:pt x="1" y="442"/>
                    </a:lnTo>
                    <a:lnTo>
                      <a:pt x="11132" y="442"/>
                    </a:lnTo>
                    <a:lnTo>
                      <a:pt x="111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800;p59">
                <a:extLst>
                  <a:ext uri="{FF2B5EF4-FFF2-40B4-BE49-F238E27FC236}">
                    <a16:creationId xmlns:a16="http://schemas.microsoft.com/office/drawing/2014/main" id="{F9E2C9DF-877B-4FE4-8FCD-AD9D1AF0676D}"/>
                  </a:ext>
                </a:extLst>
              </p:cNvPr>
              <p:cNvSpPr/>
              <p:nvPr/>
            </p:nvSpPr>
            <p:spPr>
              <a:xfrm>
                <a:off x="6242774" y="1925790"/>
                <a:ext cx="345735" cy="13757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443" extrusionOk="0">
                    <a:moveTo>
                      <a:pt x="1" y="1"/>
                    </a:moveTo>
                    <a:lnTo>
                      <a:pt x="1" y="442"/>
                    </a:lnTo>
                    <a:lnTo>
                      <a:pt x="11132" y="442"/>
                    </a:lnTo>
                    <a:lnTo>
                      <a:pt x="111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801;p59">
                <a:extLst>
                  <a:ext uri="{FF2B5EF4-FFF2-40B4-BE49-F238E27FC236}">
                    <a16:creationId xmlns:a16="http://schemas.microsoft.com/office/drawing/2014/main" id="{41E10B9D-4434-43F4-97BC-2A2FD75F6038}"/>
                  </a:ext>
                </a:extLst>
              </p:cNvPr>
              <p:cNvSpPr/>
              <p:nvPr/>
            </p:nvSpPr>
            <p:spPr>
              <a:xfrm>
                <a:off x="6242774" y="1974267"/>
                <a:ext cx="345735" cy="13788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444" extrusionOk="0">
                    <a:moveTo>
                      <a:pt x="1" y="0"/>
                    </a:moveTo>
                    <a:lnTo>
                      <a:pt x="1" y="443"/>
                    </a:lnTo>
                    <a:lnTo>
                      <a:pt x="11132" y="443"/>
                    </a:lnTo>
                    <a:lnTo>
                      <a:pt x="111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802;p59">
                <a:extLst>
                  <a:ext uri="{FF2B5EF4-FFF2-40B4-BE49-F238E27FC236}">
                    <a16:creationId xmlns:a16="http://schemas.microsoft.com/office/drawing/2014/main" id="{06B06E88-3B82-4B4F-8327-B28091A057AC}"/>
                  </a:ext>
                </a:extLst>
              </p:cNvPr>
              <p:cNvSpPr/>
              <p:nvPr/>
            </p:nvSpPr>
            <p:spPr>
              <a:xfrm>
                <a:off x="6242774" y="2022682"/>
                <a:ext cx="345735" cy="13788"/>
              </a:xfrm>
              <a:custGeom>
                <a:avLst/>
                <a:gdLst/>
                <a:ahLst/>
                <a:cxnLst/>
                <a:rect l="l" t="t" r="r" b="b"/>
                <a:pathLst>
                  <a:path w="11133" h="444" extrusionOk="0">
                    <a:moveTo>
                      <a:pt x="1" y="1"/>
                    </a:moveTo>
                    <a:lnTo>
                      <a:pt x="1" y="444"/>
                    </a:lnTo>
                    <a:lnTo>
                      <a:pt x="11132" y="444"/>
                    </a:lnTo>
                    <a:lnTo>
                      <a:pt x="111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803;p59">
                <a:extLst>
                  <a:ext uri="{FF2B5EF4-FFF2-40B4-BE49-F238E27FC236}">
                    <a16:creationId xmlns:a16="http://schemas.microsoft.com/office/drawing/2014/main" id="{389D3594-30D9-42E5-9EC3-3EE7B1D462D5}"/>
                  </a:ext>
                </a:extLst>
              </p:cNvPr>
              <p:cNvSpPr/>
              <p:nvPr/>
            </p:nvSpPr>
            <p:spPr>
              <a:xfrm>
                <a:off x="6140945" y="1753715"/>
                <a:ext cx="551972" cy="420764"/>
              </a:xfrm>
              <a:custGeom>
                <a:avLst/>
                <a:gdLst/>
                <a:ahLst/>
                <a:cxnLst/>
                <a:rect l="l" t="t" r="r" b="b"/>
                <a:pathLst>
                  <a:path w="17774" h="13549" extrusionOk="0">
                    <a:moveTo>
                      <a:pt x="1020" y="0"/>
                    </a:moveTo>
                    <a:cubicBezTo>
                      <a:pt x="429" y="0"/>
                      <a:pt x="0" y="479"/>
                      <a:pt x="66" y="1067"/>
                    </a:cubicBezTo>
                    <a:lnTo>
                      <a:pt x="1357" y="12479"/>
                    </a:lnTo>
                    <a:cubicBezTo>
                      <a:pt x="1423" y="13066"/>
                      <a:pt x="1962" y="13548"/>
                      <a:pt x="2552" y="13548"/>
                    </a:cubicBezTo>
                    <a:lnTo>
                      <a:pt x="15229" y="13548"/>
                    </a:lnTo>
                    <a:cubicBezTo>
                      <a:pt x="15819" y="13548"/>
                      <a:pt x="16366" y="13069"/>
                      <a:pt x="16446" y="12483"/>
                    </a:cubicBezTo>
                    <a:lnTo>
                      <a:pt x="17695" y="3195"/>
                    </a:lnTo>
                    <a:cubicBezTo>
                      <a:pt x="17773" y="2609"/>
                      <a:pt x="17355" y="2129"/>
                      <a:pt x="16763" y="2129"/>
                    </a:cubicBezTo>
                    <a:lnTo>
                      <a:pt x="10316" y="2129"/>
                    </a:lnTo>
                    <a:lnTo>
                      <a:pt x="10316" y="2131"/>
                    </a:lnTo>
                    <a:cubicBezTo>
                      <a:pt x="9726" y="2131"/>
                      <a:pt x="9242" y="1651"/>
                      <a:pt x="9242" y="1065"/>
                    </a:cubicBezTo>
                    <a:cubicBezTo>
                      <a:pt x="9242" y="479"/>
                      <a:pt x="8758" y="0"/>
                      <a:pt x="81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1804;p59">
                <a:extLst>
                  <a:ext uri="{FF2B5EF4-FFF2-40B4-BE49-F238E27FC236}">
                    <a16:creationId xmlns:a16="http://schemas.microsoft.com/office/drawing/2014/main" id="{1BA99447-F104-4E87-BF2F-93097A9CC014}"/>
                  </a:ext>
                </a:extLst>
              </p:cNvPr>
              <p:cNvSpPr/>
              <p:nvPr/>
            </p:nvSpPr>
            <p:spPr>
              <a:xfrm>
                <a:off x="6109952" y="1753715"/>
                <a:ext cx="551941" cy="420764"/>
              </a:xfrm>
              <a:custGeom>
                <a:avLst/>
                <a:gdLst/>
                <a:ahLst/>
                <a:cxnLst/>
                <a:rect l="l" t="t" r="r" b="b"/>
                <a:pathLst>
                  <a:path w="17773" h="13549" extrusionOk="0">
                    <a:moveTo>
                      <a:pt x="1020" y="0"/>
                    </a:moveTo>
                    <a:cubicBezTo>
                      <a:pt x="430" y="0"/>
                      <a:pt x="0" y="479"/>
                      <a:pt x="66" y="1067"/>
                    </a:cubicBezTo>
                    <a:lnTo>
                      <a:pt x="1357" y="12479"/>
                    </a:lnTo>
                    <a:cubicBezTo>
                      <a:pt x="1423" y="13066"/>
                      <a:pt x="1962" y="13548"/>
                      <a:pt x="2552" y="13548"/>
                    </a:cubicBezTo>
                    <a:lnTo>
                      <a:pt x="15228" y="13548"/>
                    </a:lnTo>
                    <a:cubicBezTo>
                      <a:pt x="15818" y="13548"/>
                      <a:pt x="16368" y="13069"/>
                      <a:pt x="16445" y="12483"/>
                    </a:cubicBezTo>
                    <a:lnTo>
                      <a:pt x="17694" y="3195"/>
                    </a:lnTo>
                    <a:cubicBezTo>
                      <a:pt x="17772" y="2609"/>
                      <a:pt x="17353" y="2129"/>
                      <a:pt x="16762" y="2129"/>
                    </a:cubicBezTo>
                    <a:lnTo>
                      <a:pt x="10316" y="2129"/>
                    </a:lnTo>
                    <a:lnTo>
                      <a:pt x="10316" y="2131"/>
                    </a:lnTo>
                    <a:cubicBezTo>
                      <a:pt x="9726" y="2131"/>
                      <a:pt x="9243" y="1651"/>
                      <a:pt x="9243" y="1065"/>
                    </a:cubicBezTo>
                    <a:cubicBezTo>
                      <a:pt x="9243" y="479"/>
                      <a:pt x="8759" y="0"/>
                      <a:pt x="81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805;p59">
                <a:extLst>
                  <a:ext uri="{FF2B5EF4-FFF2-40B4-BE49-F238E27FC236}">
                    <a16:creationId xmlns:a16="http://schemas.microsoft.com/office/drawing/2014/main" id="{686BCC41-39A5-46C1-BFE0-0995A6102FF2}"/>
                  </a:ext>
                </a:extLst>
              </p:cNvPr>
              <p:cNvSpPr/>
              <p:nvPr/>
            </p:nvSpPr>
            <p:spPr>
              <a:xfrm>
                <a:off x="5652699" y="2714795"/>
                <a:ext cx="820601" cy="712598"/>
              </a:xfrm>
              <a:custGeom>
                <a:avLst/>
                <a:gdLst/>
                <a:ahLst/>
                <a:cxnLst/>
                <a:rect l="l" t="t" r="r" b="b"/>
                <a:pathLst>
                  <a:path w="12849" h="11157" extrusionOk="0">
                    <a:moveTo>
                      <a:pt x="6424" y="0"/>
                    </a:moveTo>
                    <a:cubicBezTo>
                      <a:pt x="5969" y="362"/>
                      <a:pt x="4259" y="1596"/>
                      <a:pt x="2112" y="1632"/>
                    </a:cubicBezTo>
                    <a:cubicBezTo>
                      <a:pt x="2112" y="1632"/>
                      <a:pt x="1" y="8796"/>
                      <a:pt x="6424" y="11156"/>
                    </a:cubicBezTo>
                    <a:cubicBezTo>
                      <a:pt x="12848" y="8796"/>
                      <a:pt x="10737" y="1632"/>
                      <a:pt x="10737" y="1632"/>
                    </a:cubicBezTo>
                    <a:cubicBezTo>
                      <a:pt x="8589" y="1596"/>
                      <a:pt x="6881" y="363"/>
                      <a:pt x="64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806;p59">
                <a:extLst>
                  <a:ext uri="{FF2B5EF4-FFF2-40B4-BE49-F238E27FC236}">
                    <a16:creationId xmlns:a16="http://schemas.microsoft.com/office/drawing/2014/main" id="{23CFE896-45CD-4F6A-A9D2-EA77511219C2}"/>
                  </a:ext>
                </a:extLst>
              </p:cNvPr>
              <p:cNvSpPr/>
              <p:nvPr/>
            </p:nvSpPr>
            <p:spPr>
              <a:xfrm>
                <a:off x="5912680" y="2932030"/>
                <a:ext cx="318303" cy="249668"/>
              </a:xfrm>
              <a:custGeom>
                <a:avLst/>
                <a:gdLst/>
                <a:ahLst/>
                <a:cxnLst/>
                <a:rect l="l" t="t" r="r" b="b"/>
                <a:pathLst>
                  <a:path w="4984" h="3909" extrusionOk="0">
                    <a:moveTo>
                      <a:pt x="4432" y="1"/>
                    </a:moveTo>
                    <a:lnTo>
                      <a:pt x="1875" y="2927"/>
                    </a:lnTo>
                    <a:lnTo>
                      <a:pt x="425" y="1893"/>
                    </a:lnTo>
                    <a:lnTo>
                      <a:pt x="0" y="2488"/>
                    </a:lnTo>
                    <a:lnTo>
                      <a:pt x="1990" y="3908"/>
                    </a:lnTo>
                    <a:lnTo>
                      <a:pt x="4983" y="480"/>
                    </a:lnTo>
                    <a:lnTo>
                      <a:pt x="443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807;p59">
                <a:extLst>
                  <a:ext uri="{FF2B5EF4-FFF2-40B4-BE49-F238E27FC236}">
                    <a16:creationId xmlns:a16="http://schemas.microsoft.com/office/drawing/2014/main" id="{43FDC535-0FA6-4641-B79C-2CA50953A843}"/>
                  </a:ext>
                </a:extLst>
              </p:cNvPr>
              <p:cNvSpPr/>
              <p:nvPr/>
            </p:nvSpPr>
            <p:spPr>
              <a:xfrm>
                <a:off x="5954733" y="2813091"/>
                <a:ext cx="518775" cy="614238"/>
              </a:xfrm>
              <a:custGeom>
                <a:avLst/>
                <a:gdLst/>
                <a:ahLst/>
                <a:cxnLst/>
                <a:rect l="l" t="t" r="r" b="b"/>
                <a:pathLst>
                  <a:path w="8123" h="9617" extrusionOk="0">
                    <a:moveTo>
                      <a:pt x="5060" y="0"/>
                    </a:moveTo>
                    <a:lnTo>
                      <a:pt x="5060" y="0"/>
                    </a:lnTo>
                    <a:cubicBezTo>
                      <a:pt x="5172" y="2719"/>
                      <a:pt x="4496" y="6777"/>
                      <a:pt x="0" y="8764"/>
                    </a:cubicBezTo>
                    <a:cubicBezTo>
                      <a:pt x="487" y="9088"/>
                      <a:pt x="1049" y="9378"/>
                      <a:pt x="1700" y="9616"/>
                    </a:cubicBezTo>
                    <a:cubicBezTo>
                      <a:pt x="8122" y="7258"/>
                      <a:pt x="6011" y="94"/>
                      <a:pt x="6011" y="94"/>
                    </a:cubicBezTo>
                    <a:cubicBezTo>
                      <a:pt x="5683" y="89"/>
                      <a:pt x="5365" y="55"/>
                      <a:pt x="5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1062090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Development School Center by Slidesgo">
  <a:themeElements>
    <a:clrScheme name="Simple Light">
      <a:dk1>
        <a:srgbClr val="666466"/>
      </a:dk1>
      <a:lt1>
        <a:srgbClr val="005D77"/>
      </a:lt1>
      <a:dk2>
        <a:srgbClr val="399BD8"/>
      </a:dk2>
      <a:lt2>
        <a:srgbClr val="84C4F4"/>
      </a:lt2>
      <a:accent1>
        <a:srgbClr val="C2E9FF"/>
      </a:accent1>
      <a:accent2>
        <a:srgbClr val="D9F1FF"/>
      </a:accent2>
      <a:accent3>
        <a:srgbClr val="EC6F09"/>
      </a:accent3>
      <a:accent4>
        <a:srgbClr val="F78A2F"/>
      </a:accent4>
      <a:accent5>
        <a:srgbClr val="FFFFFF"/>
      </a:accent5>
      <a:accent6>
        <a:srgbClr val="FFFFFF"/>
      </a:accent6>
      <a:hlink>
        <a:srgbClr val="6664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1432</Words>
  <Application>Microsoft Office PowerPoint</Application>
  <PresentationFormat>On-screen Show (16:9)</PresentationFormat>
  <Paragraphs>162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Montserrat Medium</vt:lpstr>
      <vt:lpstr>Bebas Neue</vt:lpstr>
      <vt:lpstr>Wingdings</vt:lpstr>
      <vt:lpstr>Archivo Black</vt:lpstr>
      <vt:lpstr>Montserrat</vt:lpstr>
      <vt:lpstr>Arial</vt:lpstr>
      <vt:lpstr>Montserrat Black</vt:lpstr>
      <vt:lpstr>Software Development School Center by Slidesgo</vt:lpstr>
      <vt:lpstr>TÌM HIỂU VÀ TRIỂN KHAI DỊCH VỤ CẤU HÌNH MÁY CHỦ DNS VÀ DHCP TRÊN HỆ ĐIỀU HÀNH UBUNTU</vt:lpstr>
      <vt:lpstr>Mục tiêu đề tài</vt:lpstr>
      <vt:lpstr>01</vt:lpstr>
      <vt:lpstr>Mục tiêu</vt:lpstr>
      <vt:lpstr>02</vt:lpstr>
      <vt:lpstr>Công cụ</vt:lpstr>
      <vt:lpstr>03</vt:lpstr>
      <vt:lpstr>THỰC HÀNH</vt:lpstr>
      <vt:lpstr>THỰC HÀNH</vt:lpstr>
      <vt:lpstr>THỰC HÀNH</vt:lpstr>
      <vt:lpstr>THỰC HÀNH</vt:lpstr>
      <vt:lpstr>THỰC HÀNH</vt:lpstr>
      <vt:lpstr>04</vt:lpstr>
      <vt:lpstr>DNS</vt:lpstr>
      <vt:lpstr>DNS</vt:lpstr>
      <vt:lpstr>DNS</vt:lpstr>
      <vt:lpstr>DNS</vt:lpstr>
      <vt:lpstr>DHCP</vt:lpstr>
      <vt:lpstr>DHCP</vt:lpstr>
      <vt:lpstr>DHCP</vt:lpstr>
      <vt:lpstr>Ubuntu</vt:lpstr>
      <vt:lpstr>Bash Script</vt:lpstr>
      <vt:lpstr>Dự kiến kết quả</vt:lpstr>
      <vt:lpstr>Tài liệu tham khảo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VÀ TRIỂN KHAI DỊCH VỤ CẤU HÌNH MÁY CHỦ DNS VÀ DHCP TRÊN HỆ ĐIỀU HÀNH UBUNTU</dc:title>
  <cp:lastModifiedBy>Ngọc Ánh Nguyễn Thị</cp:lastModifiedBy>
  <cp:revision>10</cp:revision>
  <dcterms:modified xsi:type="dcterms:W3CDTF">2025-11-18T13:06:46Z</dcterms:modified>
</cp:coreProperties>
</file>